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2" r:id="rId6"/>
    <p:sldId id="259" r:id="rId7"/>
    <p:sldId id="267" r:id="rId8"/>
    <p:sldId id="271" r:id="rId9"/>
    <p:sldId id="272" r:id="rId10"/>
    <p:sldId id="273" r:id="rId11"/>
    <p:sldId id="274" r:id="rId12"/>
    <p:sldId id="275" r:id="rId13"/>
    <p:sldId id="270" r:id="rId14"/>
    <p:sldId id="276" r:id="rId15"/>
    <p:sldId id="277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9D068-B525-4CAC-8186-CDB407C1BD77}" type="datetimeFigureOut">
              <a:rPr lang="en-US" smtClean="0"/>
              <a:pPr/>
              <a:t>7/7/2016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A0895-8F15-4486-A1A9-47776EBBA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8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A0895-8F15-4486-A1A9-47776EBBA27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BCB7-3EBB-4567-84DF-F14E0EA17694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BCD2-D2C4-43C3-AF04-952BCE295136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0A9C-A938-48B9-99FF-784D2C142E09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412C-B91E-49D1-B80B-E41D09A3AEB7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A638-819C-46E6-8EF1-24E3CE9A4AD1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37E0-F595-4781-B2FF-9706D5AF69B4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1D4-220E-4E01-A264-CBD45BB1D1F2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584A-06BD-4400-9D4B-FC611A6A15B0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48DF-5963-4AEC-906A-AD3F848A733A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732-3364-452E-9031-DCA7F1BB99E5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2B1-E678-452A-A809-58A55B2525C8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D634-C2FB-4C55-AA0E-3890484A9E7F}" type="datetime1">
              <a:rPr lang="ru-RU" smtClean="0"/>
              <a:pPr/>
              <a:t>07.07.2016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5" y="0"/>
            <a:ext cx="83578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3143272" cy="147002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</a:t>
            </a:r>
            <a:r>
              <a:rPr lang="en-US" sz="4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7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239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 Date()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i="1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4800" y="1524000"/>
            <a:ext cx="8429684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    The </a:t>
            </a:r>
            <a:r>
              <a:rPr lang="en-US" b="1" dirty="0" smtClean="0"/>
              <a:t>Date</a:t>
            </a:r>
            <a:r>
              <a:rPr lang="en-US" dirty="0" smtClean="0"/>
              <a:t> object is used to work with dates and times.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382000" cy="43434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/>
              <a:t>&lt;!DOCTYPE html&gt;</a:t>
            </a:r>
          </a:p>
          <a:p>
            <a:pPr>
              <a:buNone/>
            </a:pPr>
            <a:r>
              <a:rPr lang="en-US" sz="2000" dirty="0" smtClean="0"/>
              <a:t>&lt;html&gt;</a:t>
            </a:r>
          </a:p>
          <a:p>
            <a:pPr>
              <a:buNone/>
            </a:pPr>
            <a:r>
              <a:rPr lang="en-US" sz="2000" dirty="0" smtClean="0"/>
              <a:t>&lt;body&gt;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		&lt;script&gt;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 d=new </a:t>
            </a:r>
            <a:r>
              <a:rPr lang="en-US" sz="2000" dirty="0" smtClean="0">
                <a:solidFill>
                  <a:srgbClr val="FF0000"/>
                </a:solidFill>
              </a:rPr>
              <a:t>Date()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document.write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(d);</a:t>
            </a:r>
          </a:p>
          <a:p>
            <a:pPr>
              <a:buNone/>
            </a:pPr>
            <a:r>
              <a:rPr lang="en-US" sz="2000" dirty="0" smtClean="0"/>
              <a:t>      </a:t>
            </a:r>
            <a:r>
              <a:rPr lang="en-US" sz="2000" dirty="0" err="1" smtClean="0"/>
              <a:t>var</a:t>
            </a:r>
            <a:r>
              <a:rPr lang="en-US" sz="2000" dirty="0"/>
              <a:t> d = new Date(</a:t>
            </a:r>
            <a:r>
              <a:rPr lang="en-US" sz="2000" i="1" dirty="0"/>
              <a:t>milliseconds</a:t>
            </a:r>
            <a:r>
              <a:rPr lang="en-US" sz="2000" dirty="0"/>
              <a:t>);</a:t>
            </a:r>
            <a:br>
              <a:rPr lang="en-US" sz="2000" dirty="0"/>
            </a:br>
            <a:r>
              <a:rPr lang="en-US" sz="2000" dirty="0" err="1"/>
              <a:t>var</a:t>
            </a:r>
            <a:r>
              <a:rPr lang="en-US" sz="2000" dirty="0"/>
              <a:t> d = new Date(</a:t>
            </a:r>
            <a:r>
              <a:rPr lang="en-US" sz="2000" i="1" dirty="0" err="1"/>
              <a:t>dateString</a:t>
            </a:r>
            <a:r>
              <a:rPr lang="en-US" sz="2000" dirty="0"/>
              <a:t>);</a:t>
            </a:r>
            <a:br>
              <a:rPr lang="en-US" sz="2000" dirty="0"/>
            </a:br>
            <a:r>
              <a:rPr lang="en-US" sz="2000" dirty="0" err="1"/>
              <a:t>var</a:t>
            </a:r>
            <a:r>
              <a:rPr lang="en-US" sz="2000" dirty="0"/>
              <a:t> d = new Date(</a:t>
            </a:r>
            <a:r>
              <a:rPr lang="en-US" sz="2000" i="1" dirty="0"/>
              <a:t>year</a:t>
            </a:r>
            <a:r>
              <a:rPr lang="en-US" sz="2000" dirty="0"/>
              <a:t>, </a:t>
            </a:r>
            <a:r>
              <a:rPr lang="en-US" sz="2000" i="1" dirty="0"/>
              <a:t>month</a:t>
            </a:r>
            <a:r>
              <a:rPr lang="en-US" sz="2000" dirty="0"/>
              <a:t>, </a:t>
            </a:r>
            <a:r>
              <a:rPr lang="en-US" sz="2000" i="1" dirty="0"/>
              <a:t>day</a:t>
            </a:r>
            <a:r>
              <a:rPr lang="en-US" sz="2000" dirty="0"/>
              <a:t>, </a:t>
            </a:r>
            <a:r>
              <a:rPr lang="en-US" sz="2000" i="1" dirty="0"/>
              <a:t>hours</a:t>
            </a:r>
            <a:r>
              <a:rPr lang="en-US" sz="2000" dirty="0"/>
              <a:t>, </a:t>
            </a:r>
            <a:r>
              <a:rPr lang="en-US" sz="2000" i="1" dirty="0"/>
              <a:t>minutes</a:t>
            </a:r>
            <a:r>
              <a:rPr lang="en-US" sz="2000" dirty="0"/>
              <a:t>, </a:t>
            </a:r>
            <a:r>
              <a:rPr lang="en-US" sz="2000" i="1" dirty="0"/>
              <a:t>seconds</a:t>
            </a:r>
            <a:r>
              <a:rPr lang="en-US" sz="2000" dirty="0"/>
              <a:t>, </a:t>
            </a:r>
            <a:r>
              <a:rPr lang="en-US" sz="2000" i="1" dirty="0"/>
              <a:t>milliseconds</a:t>
            </a:r>
            <a:r>
              <a:rPr lang="en-US" sz="2000" dirty="0"/>
              <a:t>);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		&lt;/script&gt;</a:t>
            </a:r>
          </a:p>
          <a:p>
            <a:pPr>
              <a:buNone/>
            </a:pPr>
            <a:r>
              <a:rPr lang="en-US" sz="2000" dirty="0" smtClean="0"/>
              <a:t>&lt;/body&gt;</a:t>
            </a:r>
          </a:p>
          <a:p>
            <a:pPr>
              <a:buNone/>
            </a:pPr>
            <a:r>
              <a:rPr lang="en-US" sz="2000" dirty="0" smtClean="0"/>
              <a:t>&lt;/html&gt;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28600" y="2286000"/>
            <a:ext cx="8382000" cy="3733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</a:t>
            </a:r>
            <a:r>
              <a:rPr lang="en-US" sz="2000" dirty="0" smtClean="0">
                <a:solidFill>
                  <a:srgbClr val="FF0000"/>
                </a:solidFill>
              </a:rPr>
              <a:t>id</a:t>
            </a:r>
            <a:r>
              <a:rPr lang="en-US" sz="2000" dirty="0" smtClean="0"/>
              <a:t>="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demo</a:t>
            </a:r>
            <a:r>
              <a:rPr lang="en-US" sz="2000" dirty="0" smtClean="0"/>
              <a:t>"&gt;.&lt;/p&gt;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()</a:t>
            </a:r>
            <a:r>
              <a:rPr lang="en-US" sz="2000" dirty="0" smtClean="0"/>
              <a:t>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		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d = new </a:t>
            </a: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</a:rPr>
              <a:t>Date()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 =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=d.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getTime</a:t>
            </a:r>
            <a:r>
              <a:rPr lang="en-US" sz="2000" dirty="0" smtClean="0">
                <a:solidFill>
                  <a:srgbClr val="FF0000"/>
                </a:solidFill>
              </a:rPr>
              <a:t>()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  <a:p>
            <a:pPr marL="342900" lvl="0" indent="-342900">
              <a:spcBef>
                <a:spcPct val="20000"/>
              </a:spcBef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1600200"/>
            <a:ext cx="8429684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b="1" dirty="0" smtClean="0"/>
              <a:t>  </a:t>
            </a:r>
            <a:r>
              <a:rPr lang="en-US" b="1" dirty="0" err="1" smtClean="0"/>
              <a:t>getTime</a:t>
            </a:r>
            <a:r>
              <a:rPr lang="en-US" b="1" dirty="0" smtClean="0"/>
              <a:t>() </a:t>
            </a:r>
            <a:r>
              <a:rPr lang="en-US" dirty="0" smtClean="0"/>
              <a:t>returns the number of milliseconds since 01.01.1970.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getTime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428596" y="142852"/>
            <a:ext cx="8229600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40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setFullYear</a:t>
            </a: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()</a:t>
            </a:r>
            <a:endParaRPr lang="ru-RU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447800"/>
            <a:ext cx="8229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Use  </a:t>
            </a:r>
            <a:r>
              <a:rPr lang="en-US" b="1" dirty="0" err="1" smtClean="0"/>
              <a:t>setFullYear</a:t>
            </a:r>
            <a:r>
              <a:rPr lang="en-US" b="1" dirty="0" smtClean="0"/>
              <a:t>()</a:t>
            </a:r>
            <a:r>
              <a:rPr lang="en-US" dirty="0" smtClean="0"/>
              <a:t>  to set a specific date.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2057400"/>
            <a:ext cx="8229600" cy="411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</a:t>
            </a:r>
            <a:r>
              <a:rPr lang="en-US" sz="2000" dirty="0" smtClean="0">
                <a:solidFill>
                  <a:srgbClr val="FF0000"/>
                </a:solidFill>
              </a:rPr>
              <a:t>id</a:t>
            </a:r>
            <a:r>
              <a:rPr lang="en-US" sz="2000" dirty="0" smtClean="0"/>
              <a:t>="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demo</a:t>
            </a:r>
            <a:r>
              <a:rPr lang="en-US" sz="2000" dirty="0" smtClean="0"/>
              <a:t>"&gt;.&lt;/p&gt;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()</a:t>
            </a:r>
            <a:r>
              <a:rPr lang="en-US" sz="2000" dirty="0" smtClean="0"/>
              <a:t>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		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d = new </a:t>
            </a: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</a:rPr>
              <a:t>Date()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d.</a:t>
            </a:r>
            <a:r>
              <a:rPr lang="en-US" sz="2000" dirty="0" err="1" smtClean="0">
                <a:solidFill>
                  <a:srgbClr val="FF0000"/>
                </a:solidFill>
              </a:rPr>
              <a:t>setFullYear</a:t>
            </a:r>
            <a:r>
              <a:rPr lang="en-US" sz="2000" dirty="0" smtClean="0">
                <a:solidFill>
                  <a:srgbClr val="FF0000"/>
                </a:solidFill>
              </a:rPr>
              <a:t>(2020,10,3)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 =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=d;	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toUTCString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1600200"/>
            <a:ext cx="821537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Use   </a:t>
            </a:r>
            <a:r>
              <a:rPr lang="en-US" b="1" dirty="0" err="1" smtClean="0"/>
              <a:t>toUTCString</a:t>
            </a:r>
            <a:r>
              <a:rPr lang="en-US" b="1" dirty="0" smtClean="0"/>
              <a:t>()   </a:t>
            </a:r>
            <a:r>
              <a:rPr lang="en-US" dirty="0" smtClean="0"/>
              <a:t>to convert today's date (according to UTC) to a string.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81000" y="2438400"/>
            <a:ext cx="8177242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&lt;p </a:t>
            </a:r>
            <a:r>
              <a:rPr lang="en-US" dirty="0" smtClean="0">
                <a:solidFill>
                  <a:srgbClr val="FF0000"/>
                </a:solidFill>
              </a:rPr>
              <a:t>id</a:t>
            </a:r>
            <a:r>
              <a:rPr lang="en-US" dirty="0" smtClean="0"/>
              <a:t>="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demo</a:t>
            </a:r>
            <a:r>
              <a:rPr lang="en-US" dirty="0" smtClean="0"/>
              <a:t>"&gt;.&lt;/p&gt;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&lt;button 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/>
              <a:t>="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()</a:t>
            </a:r>
            <a:r>
              <a:rPr lang="en-US" dirty="0" smtClean="0"/>
              <a:t>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  		</a:t>
            </a: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d 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Date()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x =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d.</a:t>
            </a:r>
            <a:r>
              <a:rPr lang="en-US" dirty="0" err="1" smtClean="0">
                <a:solidFill>
                  <a:srgbClr val="FF0000"/>
                </a:solidFill>
              </a:rPr>
              <a:t>toUTCString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	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getFullYear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524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04800" y="1447800"/>
            <a:ext cx="84582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Use </a:t>
            </a:r>
            <a:r>
              <a:rPr lang="en-US" b="1" dirty="0" err="1" smtClean="0"/>
              <a:t>getFullYear</a:t>
            </a:r>
            <a:r>
              <a:rPr lang="en-US" b="1" dirty="0" smtClean="0"/>
              <a:t>() </a:t>
            </a:r>
            <a:r>
              <a:rPr lang="en-US" dirty="0" smtClean="0"/>
              <a:t>to get the year.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04800" y="2133600"/>
            <a:ext cx="84582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</a:t>
            </a:r>
            <a:r>
              <a:rPr lang="en-US" sz="2000" dirty="0" smtClean="0">
                <a:solidFill>
                  <a:srgbClr val="FF0000"/>
                </a:solidFill>
              </a:rPr>
              <a:t>id</a:t>
            </a:r>
            <a:r>
              <a:rPr lang="en-US" sz="2000" dirty="0" smtClean="0"/>
              <a:t>="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demo</a:t>
            </a:r>
            <a:r>
              <a:rPr lang="en-US" sz="2000" dirty="0" smtClean="0"/>
              <a:t>"&gt;.&lt;/p&gt;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()</a:t>
            </a:r>
            <a:r>
              <a:rPr lang="en-US" sz="2000" dirty="0" smtClean="0"/>
              <a:t>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  		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d = new </a:t>
            </a: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</a:rPr>
              <a:t>Date()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 =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d.</a:t>
            </a:r>
            <a:r>
              <a:rPr lang="en-US" sz="2000" dirty="0" err="1" smtClean="0">
                <a:solidFill>
                  <a:srgbClr val="FF0000"/>
                </a:solidFill>
              </a:rPr>
              <a:t>getFullYear</a:t>
            </a:r>
            <a:r>
              <a:rPr lang="en-US" sz="2000" dirty="0" smtClean="0">
                <a:solidFill>
                  <a:srgbClr val="FF0000"/>
                </a:solidFill>
              </a:rPr>
              <a:t>()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  <a:endParaRPr lang="en-US" sz="2000" baseline="0" dirty="0" smtClean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getDay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81000" y="1524000"/>
            <a:ext cx="821537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b="1" dirty="0" smtClean="0"/>
              <a:t>  </a:t>
            </a:r>
            <a:r>
              <a:rPr lang="en-US" b="1" dirty="0" err="1" smtClean="0"/>
              <a:t>getDay</a:t>
            </a:r>
            <a:r>
              <a:rPr lang="en-US" b="1" dirty="0" smtClean="0"/>
              <a:t>()   </a:t>
            </a:r>
            <a:r>
              <a:rPr lang="en-US" dirty="0" smtClean="0"/>
              <a:t>returns the number of weekday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81000" y="2438400"/>
            <a:ext cx="8177242" cy="3657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&lt;p </a:t>
            </a:r>
            <a:r>
              <a:rPr lang="en-US" dirty="0" smtClean="0">
                <a:solidFill>
                  <a:srgbClr val="FF0000"/>
                </a:solidFill>
              </a:rPr>
              <a:t>id</a:t>
            </a:r>
            <a:r>
              <a:rPr lang="en-US" dirty="0" smtClean="0"/>
              <a:t>="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demo</a:t>
            </a:r>
            <a:r>
              <a:rPr lang="en-US" dirty="0" smtClean="0"/>
              <a:t>"&gt;.&lt;/p&gt;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&lt;button 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/>
              <a:t>="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()</a:t>
            </a:r>
            <a:r>
              <a:rPr lang="en-US" dirty="0" smtClean="0"/>
              <a:t>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  		</a:t>
            </a: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d 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Date()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x =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d.</a:t>
            </a:r>
            <a:r>
              <a:rPr lang="en-US" dirty="0" err="1" smtClean="0">
                <a:solidFill>
                  <a:srgbClr val="FF0000"/>
                </a:solidFill>
              </a:rPr>
              <a:t>getDay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	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4800" y="214290"/>
            <a:ext cx="85344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getHours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(),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getMinutes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(),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getSeconds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1524000"/>
            <a:ext cx="8177242" cy="4495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&lt;p </a:t>
            </a:r>
            <a:r>
              <a:rPr lang="en-US" dirty="0" smtClean="0">
                <a:solidFill>
                  <a:srgbClr val="FF0000"/>
                </a:solidFill>
              </a:rPr>
              <a:t>id</a:t>
            </a:r>
            <a:r>
              <a:rPr lang="en-US" dirty="0" smtClean="0"/>
              <a:t>="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demo</a:t>
            </a:r>
            <a:r>
              <a:rPr lang="en-US" dirty="0" smtClean="0"/>
              <a:t>"&gt;.&lt;/p&gt;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&lt;button 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/>
              <a:t>="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()</a:t>
            </a:r>
            <a:r>
              <a:rPr lang="en-US" dirty="0" smtClean="0"/>
              <a:t>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  		</a:t>
            </a: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d 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Date()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h=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d.</a:t>
            </a:r>
            <a:r>
              <a:rPr lang="en-US" dirty="0" err="1" smtClean="0">
                <a:solidFill>
                  <a:srgbClr val="FF0000"/>
                </a:solidFill>
              </a:rPr>
              <a:t>getHours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m=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d.</a:t>
            </a:r>
            <a:r>
              <a:rPr lang="en-US" dirty="0" err="1" smtClean="0">
                <a:solidFill>
                  <a:srgbClr val="FF0000"/>
                </a:solidFill>
              </a:rPr>
              <a:t>getMinutes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s=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d.</a:t>
            </a:r>
            <a:r>
              <a:rPr lang="en-US" dirty="0" err="1" smtClean="0">
                <a:solidFill>
                  <a:srgbClr val="FF0000"/>
                </a:solidFill>
              </a:rPr>
              <a:t>getSeconds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x =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("demo");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	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x.innerHTML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=h+</a:t>
            </a:r>
            <a:r>
              <a:rPr lang="en-US" dirty="0" smtClean="0"/>
              <a:t>":"+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m+</a:t>
            </a:r>
            <a:r>
              <a:rPr lang="en-US" dirty="0" smtClean="0"/>
              <a:t>":"+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s;	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8525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setInterval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 Method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1143000"/>
            <a:ext cx="8215370" cy="1066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algn="just">
              <a:spcBef>
                <a:spcPct val="20000"/>
              </a:spcBef>
            </a:pPr>
            <a:r>
              <a:rPr lang="en-US" b="1" dirty="0" smtClean="0"/>
              <a:t> </a:t>
            </a:r>
            <a:r>
              <a:rPr lang="en-US" dirty="0" smtClean="0"/>
              <a:t>The </a:t>
            </a:r>
            <a:r>
              <a:rPr lang="en-US" b="1" dirty="0" err="1" smtClean="0"/>
              <a:t>setInterval</a:t>
            </a:r>
            <a:r>
              <a:rPr lang="en-US" b="1" dirty="0" smtClean="0"/>
              <a:t>() </a:t>
            </a:r>
            <a:r>
              <a:rPr lang="en-US" dirty="0" smtClean="0"/>
              <a:t>method will wait a specified number of milliseconds, and then </a:t>
            </a:r>
          </a:p>
          <a:p>
            <a:pPr marL="342900" lvl="0" indent="-342900" algn="just">
              <a:spcBef>
                <a:spcPct val="20000"/>
              </a:spcBef>
            </a:pPr>
            <a:r>
              <a:rPr lang="en-US" dirty="0" smtClean="0"/>
              <a:t>execute a specified function, and it will continue to execute the function, once at</a:t>
            </a:r>
          </a:p>
          <a:p>
            <a:pPr marL="342900" lvl="0" indent="-342900" algn="just">
              <a:spcBef>
                <a:spcPct val="20000"/>
              </a:spcBef>
            </a:pPr>
            <a:r>
              <a:rPr lang="en-US" dirty="0" smtClean="0"/>
              <a:t> every given time-interval.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2819400"/>
            <a:ext cx="8177242" cy="3352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&lt;button 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="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rgbClr val="FF0000"/>
                </a:solidFill>
              </a:rPr>
              <a:t>setInterval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function()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{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myfirstinterval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}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,2000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myfirstinterval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(){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("Interval");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81000" y="2286000"/>
            <a:ext cx="8177242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window.setInterval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("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javascript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function",milliseconds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14290"/>
            <a:ext cx="8277196" cy="8525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clearInterval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 Method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04800" y="1295400"/>
            <a:ext cx="8262884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algn="just">
              <a:spcBef>
                <a:spcPct val="20000"/>
              </a:spcBef>
            </a:pPr>
            <a:r>
              <a:rPr lang="en-US" dirty="0" smtClean="0"/>
              <a:t>The </a:t>
            </a:r>
            <a:r>
              <a:rPr lang="en-US" b="1" dirty="0" err="1" smtClean="0"/>
              <a:t>clearInterval</a:t>
            </a:r>
            <a:r>
              <a:rPr lang="en-US" b="1" dirty="0" smtClean="0"/>
              <a:t>() </a:t>
            </a:r>
            <a:r>
              <a:rPr lang="en-US" dirty="0" smtClean="0"/>
              <a:t>method is used to stop further executions of the function specified</a:t>
            </a:r>
          </a:p>
          <a:p>
            <a:pPr marL="342900" lvl="0" indent="-342900" algn="just">
              <a:spcBef>
                <a:spcPct val="20000"/>
              </a:spcBef>
            </a:pPr>
            <a:r>
              <a:rPr lang="en-US" dirty="0" smtClean="0"/>
              <a:t> in the </a:t>
            </a:r>
            <a:r>
              <a:rPr lang="en-US" i="1" dirty="0" err="1" smtClean="0"/>
              <a:t>setInterval</a:t>
            </a:r>
            <a:r>
              <a:rPr lang="en-US" i="1" dirty="0" smtClean="0"/>
              <a:t>()</a:t>
            </a:r>
            <a:r>
              <a:rPr lang="en-US" dirty="0" smtClean="0"/>
              <a:t> method.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33707" y="2819400"/>
            <a:ext cx="8224535" cy="3352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&lt;button 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="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stop_interval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()"&gt;Stop&lt;/button&gt;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50000"/>
                  </a:schemeClr>
                </a:solidFill>
              </a:rPr>
              <a:t>myVar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i="1" dirty="0" err="1" smtClean="0">
                <a:solidFill>
                  <a:schemeClr val="tx2">
                    <a:lumMod val="50000"/>
                  </a:schemeClr>
                </a:solidFill>
              </a:rPr>
              <a:t>setInterval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function()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{ </a:t>
            </a: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("Interval")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}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, 3000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stop_interval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err="1" smtClean="0">
                <a:solidFill>
                  <a:srgbClr val="FF0000"/>
                </a:solidFill>
              </a:rPr>
              <a:t>clearInterval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b="1" dirty="0" err="1" smtClean="0">
                <a:solidFill>
                  <a:schemeClr val="tx2">
                    <a:lumMod val="50000"/>
                  </a:schemeClr>
                </a:solidFill>
              </a:rPr>
              <a:t>myVar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);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04800" y="2133600"/>
            <a:ext cx="8224535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window.clearInterval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 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intervalVariable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8525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setTimeout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 Method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81000" y="1219200"/>
            <a:ext cx="821537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algn="just">
              <a:spcBef>
                <a:spcPct val="20000"/>
              </a:spcBef>
            </a:pPr>
            <a:r>
              <a:rPr lang="en-US" dirty="0" smtClean="0"/>
              <a:t>The </a:t>
            </a:r>
            <a:r>
              <a:rPr lang="en-US" b="1" dirty="0" err="1" smtClean="0"/>
              <a:t>setTimeout</a:t>
            </a:r>
            <a:r>
              <a:rPr lang="en-US" b="1" dirty="0" smtClean="0"/>
              <a:t>() </a:t>
            </a:r>
            <a:r>
              <a:rPr lang="en-US" dirty="0" smtClean="0"/>
              <a:t>method will wait the specified number of milliseconds, and then</a:t>
            </a:r>
          </a:p>
          <a:p>
            <a:pPr marL="342900" lvl="0" indent="-342900" algn="just">
              <a:spcBef>
                <a:spcPct val="20000"/>
              </a:spcBef>
            </a:pPr>
            <a:r>
              <a:rPr lang="en-US" dirty="0" smtClean="0"/>
              <a:t>execute the specified function.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81000" y="2819400"/>
            <a:ext cx="8177242" cy="3352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&lt;button 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="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rgbClr val="FF0000"/>
                </a:solidFill>
              </a:rPr>
              <a:t>setTimeout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function()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{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myfirstimeout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()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}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,3000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myfirstimeout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(){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("3 seconds later");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81000" y="2133600"/>
            <a:ext cx="8177242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 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window.setTimeout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("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javascript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function",milliseconds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81000" y="214290"/>
            <a:ext cx="8277196" cy="8525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clearTimeout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</a:t>
            </a:r>
            <a:r>
              <a:rPr lang="en-US" dirty="0" smtClean="0"/>
              <a:t> 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Method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304800" y="1295400"/>
            <a:ext cx="8262884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algn="just">
              <a:spcBef>
                <a:spcPct val="20000"/>
              </a:spcBef>
            </a:pPr>
            <a:r>
              <a:rPr lang="en-US" dirty="0" smtClean="0"/>
              <a:t>The </a:t>
            </a:r>
            <a:r>
              <a:rPr lang="en-US" b="1" dirty="0" err="1" smtClean="0"/>
              <a:t>clearTimeout</a:t>
            </a:r>
            <a:r>
              <a:rPr lang="en-US" b="1" dirty="0" smtClean="0"/>
              <a:t>() </a:t>
            </a:r>
            <a:r>
              <a:rPr lang="en-US" dirty="0" smtClean="0"/>
              <a:t>method is used to stop the execution of the function specified in</a:t>
            </a:r>
          </a:p>
          <a:p>
            <a:pPr marL="342900" lvl="0" indent="-342900" algn="just">
              <a:spcBef>
                <a:spcPct val="20000"/>
              </a:spcBef>
            </a:pPr>
            <a:r>
              <a:rPr lang="en-US" dirty="0" smtClean="0"/>
              <a:t> the </a:t>
            </a:r>
            <a:r>
              <a:rPr lang="en-US" i="1" dirty="0" err="1" smtClean="0"/>
              <a:t>setTimeout</a:t>
            </a:r>
            <a:r>
              <a:rPr lang="en-US" i="1" dirty="0" smtClean="0"/>
              <a:t>(</a:t>
            </a:r>
            <a:r>
              <a:rPr lang="en-US" dirty="0" smtClean="0"/>
              <a:t>) method.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333707" y="2819400"/>
            <a:ext cx="8224535" cy="3352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&lt;button 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="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stop_timeout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()"&gt;Stop&lt;/button&gt;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50000"/>
                  </a:schemeClr>
                </a:solidFill>
              </a:rPr>
              <a:t>myVar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50000"/>
                  </a:schemeClr>
                </a:solidFill>
              </a:rPr>
              <a:t>setTimeout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function()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{ </a:t>
            </a: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("Timeout")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}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, 3000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tx2">
                    <a:lumMod val="50000"/>
                  </a:schemeClr>
                </a:solidFill>
              </a:rPr>
              <a:t>function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stop_timeout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err="1" smtClean="0">
                <a:solidFill>
                  <a:srgbClr val="FF0000"/>
                </a:solidFill>
              </a:rPr>
              <a:t>clearTimeout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b="1" dirty="0" err="1" smtClean="0">
                <a:solidFill>
                  <a:schemeClr val="tx2">
                    <a:lumMod val="50000"/>
                  </a:schemeClr>
                </a:solidFill>
              </a:rPr>
              <a:t>myVar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);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04800" y="2133600"/>
            <a:ext cx="8224535" cy="381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window.clearTimeout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timeoutVariable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400" y="2133600"/>
            <a:ext cx="8686800" cy="2438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  </a:t>
            </a:r>
            <a:endParaRPr lang="ru-RU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smtClean="0"/>
              <a:t>Գրել կոդ, որը վերադարձնում է տվյալ պահին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smtClean="0"/>
              <a:t>շաբաթվա օրը հայերեն լեզվով: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92871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1: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400" y="2133600"/>
            <a:ext cx="8686800" cy="2438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  </a:t>
            </a:r>
            <a:endParaRPr lang="ru-RU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err="1" smtClean="0"/>
              <a:t>Տպել</a:t>
            </a:r>
            <a:r>
              <a:rPr lang="ru-RU" sz="3200" dirty="0" smtClean="0"/>
              <a:t> </a:t>
            </a:r>
            <a:r>
              <a:rPr lang="ru-RU" sz="3200" dirty="0" err="1" smtClean="0"/>
              <a:t>այն</a:t>
            </a:r>
            <a:r>
              <a:rPr lang="ru-RU" sz="3200" dirty="0" smtClean="0"/>
              <a:t> </a:t>
            </a:r>
            <a:r>
              <a:rPr lang="ru-RU" sz="3200" dirty="0" err="1" smtClean="0"/>
              <a:t>պահը</a:t>
            </a:r>
            <a:r>
              <a:rPr lang="en-US" sz="3200" dirty="0" smtClean="0"/>
              <a:t>(date)</a:t>
            </a:r>
            <a:r>
              <a:rPr lang="ru-RU" sz="3200" dirty="0" smtClean="0"/>
              <a:t>,</a:t>
            </a:r>
            <a:r>
              <a:rPr lang="en-US" sz="3200" dirty="0" smtClean="0"/>
              <a:t> </a:t>
            </a:r>
            <a:r>
              <a:rPr lang="ru-RU" sz="3200" dirty="0" err="1" smtClean="0"/>
              <a:t>որը</a:t>
            </a:r>
            <a:r>
              <a:rPr lang="ru-RU" sz="3200" dirty="0" smtClean="0"/>
              <a:t> </a:t>
            </a:r>
            <a:r>
              <a:rPr lang="ru-RU" sz="3200" dirty="0" err="1" smtClean="0"/>
              <a:t>կլինի</a:t>
            </a:r>
            <a:r>
              <a:rPr lang="ru-RU" sz="3200" dirty="0" smtClean="0"/>
              <a:t> </a:t>
            </a:r>
            <a:r>
              <a:rPr lang="ru-RU" sz="3200" dirty="0" err="1" smtClean="0"/>
              <a:t>այս</a:t>
            </a:r>
            <a:r>
              <a:rPr lang="ru-RU" sz="3200" dirty="0" smtClean="0"/>
              <a:t> </a:t>
            </a:r>
            <a:r>
              <a:rPr lang="ru-RU" sz="3200" dirty="0" err="1" smtClean="0"/>
              <a:t>պահից</a:t>
            </a:r>
            <a:endParaRPr lang="en-US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err="1" smtClean="0"/>
              <a:t>սկսած</a:t>
            </a:r>
            <a:r>
              <a:rPr lang="en-US" sz="3200" dirty="0" smtClean="0"/>
              <a:t>` </a:t>
            </a:r>
            <a:r>
              <a:rPr lang="ru-RU" sz="3200" dirty="0" smtClean="0"/>
              <a:t>1600օր 18ժամ 24րոպե 35վայրկյան </a:t>
            </a:r>
            <a:endParaRPr lang="en-US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err="1"/>
              <a:t>հ</a:t>
            </a:r>
            <a:r>
              <a:rPr lang="ru-RU" sz="3200" dirty="0" err="1" smtClean="0"/>
              <a:t>ետո</a:t>
            </a:r>
            <a:r>
              <a:rPr lang="ru-RU" sz="3200" dirty="0" smtClean="0"/>
              <a:t> </a:t>
            </a:r>
            <a:r>
              <a:rPr lang="en-US" sz="3200" dirty="0" smtClean="0"/>
              <a:t>: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92871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400" y="2133600"/>
            <a:ext cx="8686800" cy="2438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  </a:t>
            </a:r>
            <a:endParaRPr lang="ru-RU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smtClean="0"/>
              <a:t>Գրել կոդ, որը աշխատում է որպես ժամացույց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smtClean="0"/>
              <a:t> հետևյալ ֆորմատով՝ </a:t>
            </a:r>
            <a:r>
              <a:rPr lang="en-US" sz="3200" dirty="0" smtClean="0"/>
              <a:t>(15:05:07)  :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92871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en-US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94776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</TotalTime>
  <Words>541</Words>
  <Application>Microsoft Office PowerPoint</Application>
  <PresentationFormat>Экран (4:3)</PresentationFormat>
  <Paragraphs>156</Paragraphs>
  <Slides>15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Office Theme</vt:lpstr>
      <vt:lpstr>JavaScript Lesson 7</vt:lpstr>
      <vt:lpstr> JavaScript Date() </vt:lpstr>
      <vt:lpstr>      getTime()      </vt:lpstr>
      <vt:lpstr>Презентация PowerPoint</vt:lpstr>
      <vt:lpstr>      toUTCString()       </vt:lpstr>
      <vt:lpstr>   getFullYear()    </vt:lpstr>
      <vt:lpstr>    getDay()   </vt:lpstr>
      <vt:lpstr>  getHours(), getMinutes(),getSeconds()  </vt:lpstr>
      <vt:lpstr>      The setInterval() Method    </vt:lpstr>
      <vt:lpstr>      The clearInterval() Method    </vt:lpstr>
      <vt:lpstr>      The setTimeout() Method    </vt:lpstr>
      <vt:lpstr>      The clearTimeout() Method    </vt:lpstr>
      <vt:lpstr> Task 1: </vt:lpstr>
      <vt:lpstr> Task 2: </vt:lpstr>
      <vt:lpstr> Task 3: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Lesson 1</dc:title>
  <dc:creator>Comp</dc:creator>
  <cp:lastModifiedBy>home</cp:lastModifiedBy>
  <cp:revision>157</cp:revision>
  <dcterms:created xsi:type="dcterms:W3CDTF">2014-01-30T13:16:31Z</dcterms:created>
  <dcterms:modified xsi:type="dcterms:W3CDTF">2016-07-07T08:31:10Z</dcterms:modified>
</cp:coreProperties>
</file>