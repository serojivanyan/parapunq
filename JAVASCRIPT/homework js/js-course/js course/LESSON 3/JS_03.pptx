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8" r:id="rId4"/>
    <p:sldId id="260" r:id="rId5"/>
    <p:sldId id="261" r:id="rId6"/>
    <p:sldId id="262" r:id="rId7"/>
    <p:sldId id="267" r:id="rId8"/>
    <p:sldId id="270" r:id="rId9"/>
    <p:sldId id="266" r:id="rId10"/>
    <p:sldId id="268" r:id="rId11"/>
    <p:sldId id="269" r:id="rId12"/>
    <p:sldId id="271" r:id="rId13"/>
    <p:sldId id="272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9D068-B525-4CAC-8186-CDB407C1BD77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A0895-8F15-4486-A1A9-47776EBBA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8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A0895-8F15-4486-A1A9-47776EBBA27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9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BCB7-3EBB-4567-84DF-F14E0EA17694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BCD2-D2C4-43C3-AF04-952BCE295136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0A9C-A938-48B9-99FF-784D2C142E09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412C-B91E-49D1-B80B-E41D09A3AEB7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A638-819C-46E6-8EF1-24E3CE9A4AD1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37E0-F595-4781-B2FF-9706D5AF69B4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1D4-220E-4E01-A264-CBD45BB1D1F2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584A-06BD-4400-9D4B-FC611A6A15B0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48DF-5963-4AEC-906A-AD3F848A733A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732-3364-452E-9031-DCA7F1BB99E5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2B1-E678-452A-A809-58A55B2525C8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D634-C2FB-4C55-AA0E-3890484A9E7F}" type="datetime1">
              <a:rPr lang="ru-RU" smtClean="0"/>
              <a:pPr/>
              <a:t>05.12.2016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5" y="0"/>
            <a:ext cx="83578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3143272" cy="147002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</a:t>
            </a: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3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Switch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524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4191000" cy="40386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switch</a:t>
            </a:r>
            <a:r>
              <a:rPr lang="en-US" sz="2000" dirty="0" smtClean="0"/>
              <a:t>(n)</a:t>
            </a:r>
            <a:br>
              <a:rPr lang="en-US" sz="2000" dirty="0" smtClean="0"/>
            </a:br>
            <a:r>
              <a:rPr lang="en-US" sz="2000" dirty="0" smtClean="0"/>
              <a:t>{</a:t>
            </a:r>
            <a:br>
              <a:rPr lang="en-US" sz="2000" dirty="0" smtClean="0"/>
            </a:br>
            <a:r>
              <a:rPr lang="en-US" sz="2000" dirty="0" smtClean="0">
                <a:solidFill>
                  <a:srgbClr val="0070C0"/>
                </a:solidFill>
              </a:rPr>
              <a:t>case</a:t>
            </a:r>
            <a:r>
              <a:rPr lang="en-US" sz="2000" dirty="0" smtClean="0"/>
              <a:t> 1:</a:t>
            </a:r>
            <a:br>
              <a:rPr lang="en-US" sz="2000" dirty="0" smtClean="0"/>
            </a:br>
            <a:r>
              <a:rPr lang="en-US" sz="2000" i="1" dirty="0" smtClean="0"/>
              <a:t>  execute code block 1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  </a:t>
            </a:r>
            <a:r>
              <a:rPr lang="en-US" sz="2000" dirty="0">
                <a:solidFill>
                  <a:srgbClr val="7030A0"/>
                </a:solidFill>
              </a:rPr>
              <a:t>break;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>
                <a:solidFill>
                  <a:srgbClr val="0070C0"/>
                </a:solidFill>
              </a:rPr>
              <a:t>case</a:t>
            </a:r>
            <a:r>
              <a:rPr lang="en-US" sz="2000" dirty="0" smtClean="0"/>
              <a:t> 2:</a:t>
            </a:r>
            <a:br>
              <a:rPr lang="en-US" sz="2000" dirty="0" smtClean="0"/>
            </a:br>
            <a:r>
              <a:rPr lang="en-US" sz="2000" i="1" dirty="0" smtClean="0"/>
              <a:t>  execute code block 2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  </a:t>
            </a:r>
            <a:r>
              <a:rPr lang="en-US" sz="2000" dirty="0" smtClean="0">
                <a:solidFill>
                  <a:srgbClr val="7030A0"/>
                </a:solidFill>
              </a:rPr>
              <a:t>break;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>
                <a:solidFill>
                  <a:srgbClr val="0070C0"/>
                </a:solidFill>
              </a:rPr>
              <a:t>default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i="1" dirty="0" smtClean="0"/>
              <a:t>  code to be executed if n is different from case 1 and 2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}</a:t>
            </a:r>
            <a:br>
              <a:rPr lang="en-US" sz="2000" dirty="0" smtClean="0"/>
            </a:br>
            <a:endParaRPr lang="ru-RU" sz="20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04800" y="1066800"/>
            <a:ext cx="8429684" cy="1066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The value of the expression is then compared with the values for each case in the structure. If there is a match, the block of code associated with that case is executed. Use </a:t>
            </a:r>
            <a:r>
              <a:rPr lang="en-US" b="1" dirty="0" smtClean="0"/>
              <a:t>break</a:t>
            </a:r>
            <a:r>
              <a:rPr lang="en-US" dirty="0" smtClean="0"/>
              <a:t> to prevent the code from running into the next case automatically.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0" y="2209800"/>
            <a:ext cx="4191000" cy="4038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(subject)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lang="en-US" sz="2000" dirty="0" smtClean="0"/>
              <a:t>"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Javascript</a:t>
            </a:r>
            <a:r>
              <a:rPr lang="en-US" sz="2000" dirty="0" smtClean="0"/>
              <a:t>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       a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lert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sz="2000" dirty="0" smtClean="0"/>
              <a:t>"It is our case"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lang="en-US" sz="2000" dirty="0" smtClean="0"/>
              <a:t>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CSS</a:t>
            </a:r>
            <a:r>
              <a:rPr lang="en-US" sz="2000" dirty="0" smtClean="0"/>
              <a:t>"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: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 </a:t>
            </a:r>
            <a:r>
              <a:rPr lang="en-US" sz="2000" dirty="0" smtClean="0"/>
              <a:t> alert("It is past ");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 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default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       alert("Of course HTML");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85818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for loop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828800"/>
            <a:ext cx="3914804" cy="39624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&lt;script&gt;</a:t>
            </a:r>
          </a:p>
          <a:p>
            <a:pPr>
              <a:buNone/>
            </a:pPr>
            <a:r>
              <a:rPr lang="en-US" sz="2000" dirty="0" err="1" smtClean="0"/>
              <a:t>var</a:t>
            </a:r>
            <a:r>
              <a:rPr lang="en-US" sz="2000" dirty="0" smtClean="0"/>
              <a:t> sum=0;</a:t>
            </a:r>
            <a:endParaRPr lang="en-US" sz="20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for</a:t>
            </a:r>
            <a:r>
              <a:rPr lang="en-US" sz="2000" dirty="0" smtClean="0"/>
              <a:t>(</a:t>
            </a: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= 1; </a:t>
            </a:r>
            <a:r>
              <a:rPr lang="en-US" sz="2000" dirty="0" err="1" smtClean="0"/>
              <a:t>i</a:t>
            </a:r>
            <a:r>
              <a:rPr lang="en-US" sz="2000" dirty="0" smtClean="0"/>
              <a:t>&lt; 10; </a:t>
            </a:r>
            <a:r>
              <a:rPr lang="en-US" sz="2000" dirty="0" err="1" smtClean="0"/>
              <a:t>i</a:t>
            </a:r>
            <a:r>
              <a:rPr lang="en-US" sz="2000" dirty="0" smtClean="0"/>
              <a:t>++)</a:t>
            </a:r>
          </a:p>
          <a:p>
            <a:pPr>
              <a:buNone/>
            </a:pPr>
            <a:r>
              <a:rPr lang="en-US" sz="2000" dirty="0" smtClean="0"/>
              <a:t>     { </a:t>
            </a:r>
          </a:p>
          <a:p>
            <a:pPr>
              <a:buNone/>
            </a:pPr>
            <a:r>
              <a:rPr lang="en-US" sz="2000" dirty="0" smtClean="0"/>
              <a:t>       sum+=</a:t>
            </a:r>
            <a:r>
              <a:rPr lang="en-US" sz="2000" dirty="0" err="1" smtClean="0"/>
              <a:t>i</a:t>
            </a:r>
            <a:r>
              <a:rPr lang="en-US" sz="2000" dirty="0" smtClean="0"/>
              <a:t>;</a:t>
            </a:r>
          </a:p>
          <a:p>
            <a:pPr>
              <a:buNone/>
            </a:pPr>
            <a:r>
              <a:rPr lang="en-US" sz="2000" dirty="0" smtClean="0"/>
              <a:t>     }</a:t>
            </a:r>
          </a:p>
          <a:p>
            <a:pPr>
              <a:buNone/>
            </a:pPr>
            <a:r>
              <a:rPr lang="en-US" sz="2000" dirty="0" smtClean="0">
                <a:solidFill>
                  <a:srgbClr val="00B0F0"/>
                </a:solidFill>
              </a:rPr>
              <a:t>alert</a:t>
            </a:r>
            <a:r>
              <a:rPr lang="en-US" sz="2000" dirty="0" smtClean="0"/>
              <a:t>(sum);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&lt;/script&gt;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ru-RU" sz="2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48200" y="1828800"/>
            <a:ext cx="4038600" cy="40290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&lt;script&gt;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dirty="0" err="1" smtClean="0"/>
              <a:t>var</a:t>
            </a:r>
            <a:r>
              <a:rPr lang="en-US" sz="2000" dirty="0" smtClean="0"/>
              <a:t> sum=0;</a:t>
            </a:r>
            <a:endParaRPr lang="en-US" sz="20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for</a:t>
            </a:r>
            <a:r>
              <a:rPr lang="en-US" sz="2000" dirty="0" smtClean="0"/>
              <a:t>(</a:t>
            </a:r>
            <a:r>
              <a:rPr lang="en-US" sz="2000" dirty="0" err="1" smtClean="0"/>
              <a:t>var</a:t>
            </a:r>
            <a:r>
              <a:rPr lang="en-US" sz="2000" dirty="0" smtClean="0"/>
              <a:t> x = 10; x&gt; 1; x--)</a:t>
            </a:r>
          </a:p>
          <a:p>
            <a:pPr>
              <a:buNone/>
            </a:pPr>
            <a:r>
              <a:rPr lang="en-US" sz="2000" dirty="0" smtClean="0"/>
              <a:t>     { </a:t>
            </a:r>
          </a:p>
          <a:p>
            <a:pPr>
              <a:buNone/>
            </a:pPr>
            <a:r>
              <a:rPr lang="en-US" sz="2000" dirty="0" smtClean="0"/>
              <a:t>       sum+=x;</a:t>
            </a:r>
          </a:p>
          <a:p>
            <a:pPr>
              <a:buNone/>
            </a:pPr>
            <a:r>
              <a:rPr lang="en-US" sz="2000" dirty="0" smtClean="0"/>
              <a:t>     }</a:t>
            </a:r>
          </a:p>
          <a:p>
            <a:r>
              <a:rPr lang="en-US" sz="2000" dirty="0" err="1" smtClean="0"/>
              <a:t>document.write</a:t>
            </a:r>
            <a:r>
              <a:rPr lang="en-US" sz="2000" dirty="0" smtClean="0"/>
              <a:t>(" Sum is " + sum);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&lt;/script&gt;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428596" y="142852"/>
            <a:ext cx="8229600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Javascript</a:t>
            </a:r>
            <a:r>
              <a:rPr kumimoji="0" lang="en-US" sz="4400" b="1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400" b="1" i="0" u="none" strike="noStrike" kern="1200" cap="none" spc="0" normalizeH="0" baseline="0" noProof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continue,break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828800"/>
            <a:ext cx="3914804" cy="44958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&lt;script&gt;</a:t>
            </a:r>
          </a:p>
          <a:p>
            <a:pPr>
              <a:buNone/>
            </a:pPr>
            <a:r>
              <a:rPr lang="en-US" sz="2000" dirty="0" err="1" smtClean="0"/>
              <a:t>var</a:t>
            </a:r>
            <a:r>
              <a:rPr lang="en-US" sz="2000" dirty="0" smtClean="0"/>
              <a:t> sum=0;</a:t>
            </a:r>
            <a:endParaRPr lang="en-US" sz="20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for</a:t>
            </a:r>
            <a:r>
              <a:rPr lang="en-US" sz="2000" dirty="0" smtClean="0"/>
              <a:t>(</a:t>
            </a:r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= 1; </a:t>
            </a:r>
            <a:r>
              <a:rPr lang="en-US" sz="2000" dirty="0" err="1" smtClean="0"/>
              <a:t>i</a:t>
            </a:r>
            <a:r>
              <a:rPr lang="en-US" sz="2000" dirty="0" smtClean="0"/>
              <a:t>&lt; 10; </a:t>
            </a:r>
            <a:r>
              <a:rPr lang="en-US" sz="2000" dirty="0" err="1" smtClean="0"/>
              <a:t>i</a:t>
            </a:r>
            <a:r>
              <a:rPr lang="en-US" sz="2000" dirty="0" smtClean="0"/>
              <a:t>++)</a:t>
            </a:r>
          </a:p>
          <a:p>
            <a:pPr>
              <a:buNone/>
            </a:pPr>
            <a:r>
              <a:rPr lang="en-US" sz="2000" dirty="0" smtClean="0"/>
              <a:t>     { </a:t>
            </a:r>
          </a:p>
          <a:p>
            <a:pPr>
              <a:buNone/>
            </a:pPr>
            <a:r>
              <a:rPr lang="en-US" sz="2000" dirty="0" smtClean="0"/>
              <a:t>           if(</a:t>
            </a:r>
            <a:r>
              <a:rPr lang="en-US" sz="2000" dirty="0" err="1" smtClean="0"/>
              <a:t>i</a:t>
            </a:r>
            <a:r>
              <a:rPr lang="en-US" sz="2000" dirty="0" smtClean="0"/>
              <a:t>==3)</a:t>
            </a:r>
          </a:p>
          <a:p>
            <a:pPr>
              <a:buNone/>
            </a:pPr>
            <a:r>
              <a:rPr lang="en-US" sz="2000" dirty="0"/>
              <a:t>	 </a:t>
            </a:r>
            <a:r>
              <a:rPr lang="en-US" sz="2000" dirty="0" smtClean="0"/>
              <a:t>    {</a:t>
            </a:r>
          </a:p>
          <a:p>
            <a:pPr>
              <a:buNone/>
            </a:pPr>
            <a:r>
              <a:rPr lang="en-US" sz="2000" dirty="0" smtClean="0"/>
              <a:t>                </a:t>
            </a:r>
            <a:r>
              <a:rPr lang="en-US" sz="2000" dirty="0" smtClean="0">
                <a:solidFill>
                  <a:srgbClr val="002060"/>
                </a:solidFill>
              </a:rPr>
              <a:t>continue;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</a:rPr>
              <a:t>	 </a:t>
            </a:r>
            <a:r>
              <a:rPr lang="en-US" sz="2000" dirty="0" smtClean="0">
                <a:solidFill>
                  <a:srgbClr val="002060"/>
                </a:solidFill>
              </a:rPr>
              <a:t>     }</a:t>
            </a:r>
          </a:p>
          <a:p>
            <a:pPr>
              <a:buNone/>
            </a:pPr>
            <a:r>
              <a:rPr lang="en-US" sz="2000" dirty="0" smtClean="0"/>
              <a:t>           sum+=</a:t>
            </a:r>
            <a:r>
              <a:rPr lang="en-US" sz="2000" dirty="0" err="1" smtClean="0"/>
              <a:t>i</a:t>
            </a:r>
            <a:r>
              <a:rPr lang="en-US" sz="2000" dirty="0" smtClean="0"/>
              <a:t>;</a:t>
            </a:r>
          </a:p>
          <a:p>
            <a:pPr>
              <a:buNone/>
            </a:pPr>
            <a:r>
              <a:rPr lang="en-US" sz="2000" dirty="0" smtClean="0"/>
              <a:t>     }</a:t>
            </a:r>
          </a:p>
          <a:p>
            <a:pPr>
              <a:buNone/>
            </a:pPr>
            <a:r>
              <a:rPr lang="en-US" sz="2000" dirty="0" smtClean="0">
                <a:solidFill>
                  <a:srgbClr val="00B0F0"/>
                </a:solidFill>
              </a:rPr>
              <a:t>alert</a:t>
            </a:r>
            <a:r>
              <a:rPr lang="en-US" sz="2000" dirty="0" smtClean="0"/>
              <a:t>(sum);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&lt;/script&gt;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ru-RU" sz="20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48200" y="1828800"/>
            <a:ext cx="4038600" cy="4419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&lt;script&gt;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000" dirty="0" err="1" smtClean="0"/>
              <a:t>var</a:t>
            </a:r>
            <a:r>
              <a:rPr lang="en-US" sz="2000" dirty="0" smtClean="0"/>
              <a:t> sum=0;</a:t>
            </a:r>
            <a:endParaRPr lang="en-US" sz="20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for</a:t>
            </a:r>
            <a:r>
              <a:rPr lang="en-US" sz="2000" dirty="0" smtClean="0"/>
              <a:t>(</a:t>
            </a:r>
            <a:r>
              <a:rPr lang="en-US" sz="2000" dirty="0" err="1" smtClean="0"/>
              <a:t>var</a:t>
            </a:r>
            <a:r>
              <a:rPr lang="en-US" sz="2000" dirty="0" smtClean="0"/>
              <a:t> x = 10; x&gt; 1; x-=2)</a:t>
            </a:r>
          </a:p>
          <a:p>
            <a:pPr>
              <a:buNone/>
            </a:pPr>
            <a:r>
              <a:rPr lang="en-US" sz="2000" dirty="0" smtClean="0"/>
              <a:t>     { </a:t>
            </a:r>
          </a:p>
          <a:p>
            <a:pPr>
              <a:buNone/>
            </a:pPr>
            <a:r>
              <a:rPr lang="en-US" sz="2000" dirty="0" smtClean="0"/>
              <a:t>          if(x==6)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{</a:t>
            </a:r>
          </a:p>
          <a:p>
            <a:pPr>
              <a:buNone/>
            </a:pPr>
            <a:r>
              <a:rPr lang="en-US" sz="2000" dirty="0" smtClean="0"/>
              <a:t>                </a:t>
            </a:r>
            <a:r>
              <a:rPr lang="en-US" sz="2000" dirty="0" smtClean="0">
                <a:solidFill>
                  <a:srgbClr val="002060"/>
                </a:solidFill>
              </a:rPr>
              <a:t>break;</a:t>
            </a: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           }</a:t>
            </a:r>
          </a:p>
          <a:p>
            <a:pPr>
              <a:buNone/>
            </a:pPr>
            <a:r>
              <a:rPr lang="en-US" sz="2000" dirty="0" smtClean="0"/>
              <a:t>           sum+=x;</a:t>
            </a:r>
          </a:p>
          <a:p>
            <a:pPr>
              <a:buNone/>
            </a:pPr>
            <a:r>
              <a:rPr lang="en-US" sz="2000" dirty="0" smtClean="0"/>
              <a:t>     }</a:t>
            </a:r>
          </a:p>
          <a:p>
            <a:r>
              <a:rPr lang="en-US" sz="2000" dirty="0" err="1" smtClean="0"/>
              <a:t>document.write</a:t>
            </a:r>
            <a:r>
              <a:rPr lang="en-US" sz="2000" dirty="0" smtClean="0"/>
              <a:t>(" Sum is " + sum);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&lt;/script&gt;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428596" y="142852"/>
            <a:ext cx="8229600" cy="785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Javascript</a:t>
            </a:r>
            <a:r>
              <a:rPr kumimoji="0" lang="en-US" sz="4400" b="1" i="0" u="none" strike="noStrike" kern="1200" cap="none" spc="0" normalizeH="0" baseline="0" noProof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for (array)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28596" y="1828800"/>
            <a:ext cx="8258204" cy="39624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&lt;script&gt;</a:t>
            </a:r>
          </a:p>
          <a:p>
            <a:pPr>
              <a:buNone/>
            </a:pPr>
            <a:r>
              <a:rPr lang="en-US" sz="2000" dirty="0" err="1" smtClean="0"/>
              <a:t>var</a:t>
            </a:r>
            <a:r>
              <a:rPr lang="en-US" sz="2000" dirty="0" smtClean="0"/>
              <a:t> sent="";</a:t>
            </a:r>
            <a:endParaRPr lang="en-US" sz="2000" dirty="0" smtClean="0">
              <a:solidFill>
                <a:srgbClr val="FF0000"/>
              </a:solidFill>
            </a:endParaRPr>
          </a:p>
          <a:p>
            <a:pPr lvl="0">
              <a:buNone/>
            </a:pPr>
            <a:r>
              <a:rPr lang="en-US" sz="2000" dirty="0" err="1" smtClean="0"/>
              <a:t>var</a:t>
            </a:r>
            <a:r>
              <a:rPr lang="en-US" sz="2000" dirty="0" smtClean="0"/>
              <a:t>  words=["I", "am", "developer"];</a:t>
            </a: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for</a:t>
            </a:r>
            <a:r>
              <a:rPr lang="en-US" sz="2000" dirty="0" smtClean="0"/>
              <a:t>(</a:t>
            </a:r>
            <a:r>
              <a:rPr lang="en-US" sz="2000" dirty="0" err="1" smtClean="0"/>
              <a:t>var</a:t>
            </a:r>
            <a:r>
              <a:rPr lang="en-US" sz="2000" dirty="0" smtClean="0"/>
              <a:t> place= 0; place &lt;=2; place ++)</a:t>
            </a:r>
          </a:p>
          <a:p>
            <a:pPr>
              <a:buNone/>
            </a:pPr>
            <a:r>
              <a:rPr lang="en-US" sz="2000" dirty="0" smtClean="0"/>
              <a:t>     { </a:t>
            </a:r>
          </a:p>
          <a:p>
            <a:pPr>
              <a:buNone/>
            </a:pPr>
            <a:r>
              <a:rPr lang="en-US" sz="2000" dirty="0" smtClean="0"/>
              <a:t>     sent+= " "+ words[place];</a:t>
            </a:r>
          </a:p>
          <a:p>
            <a:pPr>
              <a:buNone/>
            </a:pPr>
            <a:r>
              <a:rPr lang="en-US" sz="2000" dirty="0" smtClean="0"/>
              <a:t>    }</a:t>
            </a:r>
          </a:p>
          <a:p>
            <a:pPr>
              <a:buNone/>
            </a:pPr>
            <a:r>
              <a:rPr lang="en-US" sz="2000" dirty="0" err="1" smtClean="0"/>
              <a:t>document.write</a:t>
            </a:r>
            <a:r>
              <a:rPr lang="en-US" sz="2000" dirty="0" smtClean="0"/>
              <a:t>( sent+"!");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&lt;/script&gt;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While loop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7158" y="1000108"/>
            <a:ext cx="8215370" cy="447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The while loop loops through a block of code as long as a specified condition is true.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57158" y="1519238"/>
            <a:ext cx="8177242" cy="2427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=0;</a:t>
            </a:r>
            <a:endParaRPr lang="en-US" dirty="0"/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002060"/>
                </a:solidFill>
              </a:rPr>
              <a:t>while</a:t>
            </a:r>
            <a:r>
              <a:rPr lang="en-US" dirty="0" smtClean="0"/>
              <a:t> (</a:t>
            </a:r>
            <a:r>
              <a:rPr lang="en-US" dirty="0" err="1" smtClean="0"/>
              <a:t>i</a:t>
            </a:r>
            <a:r>
              <a:rPr lang="en-US" dirty="0" smtClean="0"/>
              <a:t>&lt;5)</a:t>
            </a:r>
            <a:br>
              <a:rPr lang="en-US" dirty="0" smtClean="0"/>
            </a:br>
            <a:r>
              <a:rPr lang="en-US" dirty="0" smtClean="0"/>
              <a:t>  {</a:t>
            </a:r>
            <a:br>
              <a:rPr lang="en-US" dirty="0" smtClean="0"/>
            </a:br>
            <a:r>
              <a:rPr lang="en-US" dirty="0" smtClean="0"/>
              <a:t>  alert(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smtClean="0"/>
              <a:t>  </a:t>
            </a:r>
            <a:r>
              <a:rPr lang="en-US" dirty="0" err="1" smtClean="0"/>
              <a:t>i</a:t>
            </a:r>
            <a:r>
              <a:rPr lang="en-US" dirty="0" smtClean="0"/>
              <a:t>++;</a:t>
            </a:r>
            <a:br>
              <a:rPr lang="en-US" dirty="0" smtClean="0"/>
            </a:br>
            <a:r>
              <a:rPr lang="en-US" dirty="0" smtClean="0"/>
              <a:t>  }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&lt;/script&gt;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57158" y="4114800"/>
            <a:ext cx="8153400" cy="2362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=11;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002060"/>
                </a:solidFill>
              </a:rPr>
              <a:t>while</a:t>
            </a:r>
            <a:r>
              <a:rPr lang="en-US" dirty="0" smtClean="0"/>
              <a:t> 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  {</a:t>
            </a:r>
            <a:br>
              <a:rPr lang="en-US" dirty="0" smtClean="0"/>
            </a:br>
            <a:r>
              <a:rPr lang="en-US" dirty="0" smtClean="0"/>
              <a:t>  </a:t>
            </a:r>
            <a:r>
              <a:rPr lang="en-US" dirty="0"/>
              <a:t> alert(</a:t>
            </a:r>
            <a:r>
              <a:rPr lang="en-US" dirty="0" err="1"/>
              <a:t>i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 smtClean="0"/>
              <a:t>  </a:t>
            </a:r>
            <a:r>
              <a:rPr lang="en-US" dirty="0" err="1" smtClean="0"/>
              <a:t>i</a:t>
            </a:r>
            <a:r>
              <a:rPr lang="en-US" dirty="0" smtClean="0"/>
              <a:t>--;</a:t>
            </a:r>
            <a:br>
              <a:rPr lang="en-US" dirty="0" smtClean="0"/>
            </a:br>
            <a:r>
              <a:rPr lang="en-US" dirty="0" smtClean="0"/>
              <a:t>  }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Do/While Loop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7158" y="1643050"/>
            <a:ext cx="8215370" cy="7858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This loop will execute the code block once, before checking if the condition is true, then it will repeat the loop as long as the condition is true.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04800" y="2667000"/>
            <a:ext cx="8177242" cy="304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dirty="0" err="1" smtClean="0">
                <a:solidFill>
                  <a:srgbClr val="002060"/>
                </a:solidFill>
              </a:rPr>
              <a:t>var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i</a:t>
            </a:r>
            <a:r>
              <a:rPr lang="en-US" dirty="0" smtClean="0"/>
              <a:t>=0;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002060"/>
                </a:solidFill>
              </a:rPr>
              <a:t>do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 {</a:t>
            </a:r>
            <a:br>
              <a:rPr lang="en-US" dirty="0" smtClean="0"/>
            </a:br>
            <a:r>
              <a:rPr lang="en-US" dirty="0" smtClean="0"/>
              <a:t> alert(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smtClean="0"/>
              <a:t>  </a:t>
            </a:r>
            <a:r>
              <a:rPr lang="en-US" dirty="0" err="1" smtClean="0"/>
              <a:t>i</a:t>
            </a:r>
            <a:r>
              <a:rPr lang="en-US" dirty="0" smtClean="0"/>
              <a:t>++;</a:t>
            </a:r>
            <a:br>
              <a:rPr lang="en-US" dirty="0" smtClean="0"/>
            </a:br>
            <a:r>
              <a:rPr lang="en-US" dirty="0" smtClean="0"/>
              <a:t>  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002060"/>
                </a:solidFill>
              </a:rPr>
              <a:t>while</a:t>
            </a:r>
            <a:r>
              <a:rPr lang="en-US" dirty="0" smtClean="0"/>
              <a:t> (</a:t>
            </a:r>
            <a:r>
              <a:rPr lang="en-US" dirty="0" err="1" smtClean="0"/>
              <a:t>i</a:t>
            </a:r>
            <a:r>
              <a:rPr lang="en-US" dirty="0" smtClean="0"/>
              <a:t>&lt;5);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8600" y="1752600"/>
            <a:ext cx="8715436" cy="3581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dirty="0" smtClean="0"/>
              <a:t>   Ստուգել  5 մրգերից որն է տրված և տպել համապատասխան </a:t>
            </a:r>
            <a:r>
              <a:rPr lang="ru-RU" sz="3200" smtClean="0"/>
              <a:t>մրգի նկար:Եթե ոչ մեկը ընտրված չէ,տպել «Մենք այդ մրգից չունենք» 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714488"/>
            <a:ext cx="8715436" cy="201931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   </a:t>
            </a:r>
          </a:p>
          <a:p>
            <a:pPr>
              <a:buNone/>
            </a:pPr>
            <a:r>
              <a:rPr lang="ru-RU" dirty="0" smtClean="0"/>
              <a:t>   </a:t>
            </a:r>
            <a:r>
              <a:rPr lang="en-US" dirty="0" smtClean="0"/>
              <a:t> </a:t>
            </a:r>
            <a:r>
              <a:rPr lang="ru-RU" dirty="0" smtClean="0"/>
              <a:t>Հաշվել 1-ից մինչև 38 կենտ թվերի  գումարը` բացառությամբ 17-ի: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14282" y="1714488"/>
            <a:ext cx="8715436" cy="4071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dirty="0" smtClean="0"/>
              <a:t>    Հաշվել 7-ից մինչև 51-ը </a:t>
            </a:r>
            <a:r>
              <a:rPr lang="en-US" sz="3200" dirty="0" smtClean="0"/>
              <a:t>(</a:t>
            </a:r>
            <a:r>
              <a:rPr lang="ru-RU" sz="3200" dirty="0" smtClean="0"/>
              <a:t>ներառյալ</a:t>
            </a:r>
            <a:r>
              <a:rPr lang="en-US" sz="3200" dirty="0" smtClean="0"/>
              <a:t>)</a:t>
            </a:r>
            <a:r>
              <a:rPr lang="ru-RU" sz="3200" dirty="0" smtClean="0"/>
              <a:t> միջակայքում ընկած`3-ի բաժանվող թվերի քառակուսիների գումարը: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14282" y="1714488"/>
            <a:ext cx="8715436" cy="4071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dirty="0" smtClean="0"/>
              <a:t>    Սահմանել 3 պարամետրանի ֆունկցիա, որը ստուգում է այդ պարամետրերի ուղղանկյուն եռանկյան կողմեր լինելու պայմանը և տպում այո կամ ոչ: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14282" y="1714488"/>
            <a:ext cx="8715436" cy="4071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dirty="0" smtClean="0"/>
              <a:t>	</a:t>
            </a:r>
            <a:r>
              <a:rPr lang="ru-RU" sz="3200" dirty="0" err="1" smtClean="0"/>
              <a:t>Գրել</a:t>
            </a:r>
            <a:r>
              <a:rPr lang="ru-RU" sz="3200" dirty="0" smtClean="0"/>
              <a:t> </a:t>
            </a:r>
            <a:r>
              <a:rPr lang="ru-RU" sz="3200" dirty="0" err="1" smtClean="0"/>
              <a:t>ծրագիր</a:t>
            </a:r>
            <a:r>
              <a:rPr lang="ru-RU" sz="3200" dirty="0" smtClean="0"/>
              <a:t>, </a:t>
            </a:r>
            <a:r>
              <a:rPr lang="ru-RU" sz="3200" dirty="0" err="1" smtClean="0"/>
              <a:t>որը</a:t>
            </a:r>
            <a:r>
              <a:rPr lang="ru-RU" sz="3200" dirty="0" smtClean="0"/>
              <a:t> </a:t>
            </a:r>
            <a:r>
              <a:rPr lang="en-US" sz="3200" dirty="0" smtClean="0"/>
              <a:t>alert</a:t>
            </a:r>
            <a:r>
              <a:rPr lang="ru-RU" sz="3200" dirty="0"/>
              <a:t> </a:t>
            </a:r>
            <a:r>
              <a:rPr lang="ru-RU" sz="3200" dirty="0" smtClean="0"/>
              <a:t>է </a:t>
            </a:r>
            <a:r>
              <a:rPr lang="ru-RU" sz="3200" dirty="0" err="1" smtClean="0"/>
              <a:t>անում</a:t>
            </a:r>
            <a:r>
              <a:rPr lang="ru-RU" sz="3200" dirty="0" smtClean="0"/>
              <a:t> </a:t>
            </a:r>
            <a:r>
              <a:rPr lang="ru-RU" sz="3200" dirty="0" err="1" smtClean="0"/>
              <a:t>այս</a:t>
            </a:r>
            <a:r>
              <a:rPr lang="ru-RU" sz="3200" dirty="0" smtClean="0"/>
              <a:t> </a:t>
            </a:r>
            <a:r>
              <a:rPr lang="ru-RU" sz="3200" dirty="0" err="1" smtClean="0"/>
              <a:t>թվերը</a:t>
            </a:r>
            <a:r>
              <a:rPr lang="ru-RU" sz="3200" dirty="0" smtClean="0"/>
              <a:t> </a:t>
            </a:r>
            <a:r>
              <a:rPr lang="ru-RU" sz="3200" dirty="0" err="1" smtClean="0"/>
              <a:t>տրված</a:t>
            </a:r>
            <a:r>
              <a:rPr lang="ru-RU" sz="3200" dirty="0" smtClean="0"/>
              <a:t> </a:t>
            </a:r>
            <a:r>
              <a:rPr lang="ru-RU" sz="3200" dirty="0" err="1" smtClean="0"/>
              <a:t>հերթականությամբ</a:t>
            </a:r>
            <a:r>
              <a:rPr lang="ru-RU" sz="3200" dirty="0" smtClean="0"/>
              <a:t>՝</a:t>
            </a:r>
            <a:r>
              <a:rPr lang="en-US" sz="3200" dirty="0" smtClean="0"/>
              <a:t>    (while)</a:t>
            </a: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 smtClean="0"/>
              <a:t>1,9,2,8,3,7,4,6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en-US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5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80449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14282" y="1714488"/>
            <a:ext cx="8715436" cy="40719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3200" dirty="0" smtClean="0"/>
              <a:t>	</a:t>
            </a:r>
            <a:r>
              <a:rPr lang="ru-RU" sz="3200" dirty="0" err="1" smtClean="0"/>
              <a:t>Հաշվել</a:t>
            </a:r>
            <a:r>
              <a:rPr lang="ru-RU" sz="3200" dirty="0"/>
              <a:t> </a:t>
            </a:r>
            <a:r>
              <a:rPr lang="ru-RU" sz="3200" dirty="0" smtClean="0"/>
              <a:t>1-ից 200 </a:t>
            </a:r>
            <a:r>
              <a:rPr lang="ru-RU" sz="3200" dirty="0" err="1" smtClean="0"/>
              <a:t>թվերի</a:t>
            </a:r>
            <a:r>
              <a:rPr lang="ru-RU" sz="3200" dirty="0" smtClean="0"/>
              <a:t> </a:t>
            </a:r>
            <a:r>
              <a:rPr lang="ru-RU" sz="3200" dirty="0" err="1" smtClean="0"/>
              <a:t>գումարը</a:t>
            </a:r>
            <a:r>
              <a:rPr lang="ru-RU" sz="3200" dirty="0" smtClean="0"/>
              <a:t>, </a:t>
            </a:r>
            <a:r>
              <a:rPr lang="ru-RU" sz="3200" dirty="0" err="1" smtClean="0"/>
              <a:t>ոչ</a:t>
            </a:r>
            <a:r>
              <a:rPr lang="ru-RU" sz="3200" dirty="0" smtClean="0"/>
              <a:t> </a:t>
            </a:r>
            <a:r>
              <a:rPr lang="ru-RU" sz="3200" dirty="0" err="1" smtClean="0"/>
              <a:t>ներառյալ</a:t>
            </a:r>
            <a:r>
              <a:rPr lang="ru-RU" sz="3200" dirty="0" smtClean="0"/>
              <a:t> </a:t>
            </a:r>
            <a:r>
              <a:rPr lang="ru-RU" sz="3200" dirty="0" err="1" smtClean="0"/>
              <a:t>հետևյալ</a:t>
            </a:r>
            <a:r>
              <a:rPr lang="ru-RU" sz="3200" dirty="0" smtClean="0"/>
              <a:t> </a:t>
            </a:r>
            <a:r>
              <a:rPr lang="ru-RU" sz="3200" dirty="0" err="1" smtClean="0"/>
              <a:t>միջակայքերը</a:t>
            </a:r>
            <a:r>
              <a:rPr lang="ru-RU" sz="3200" dirty="0" smtClean="0"/>
              <a:t>՝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31-39,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66-89, 150-180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en-US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6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26143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</TotalTime>
  <Words>397</Words>
  <Application>Microsoft Office PowerPoint</Application>
  <PresentationFormat>Экран (4:3)</PresentationFormat>
  <Paragraphs>99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JavaScript Lesson 3</vt:lpstr>
      <vt:lpstr>  Switch   </vt:lpstr>
      <vt:lpstr>Javascript for loop</vt:lpstr>
      <vt:lpstr>Презентация PowerPoint</vt:lpstr>
      <vt:lpstr>Презентация PowerPoint</vt:lpstr>
      <vt:lpstr>   While loop  </vt:lpstr>
      <vt:lpstr>    Do/While Loop   </vt:lpstr>
      <vt:lpstr> Task 1: </vt:lpstr>
      <vt:lpstr> Task 2: </vt:lpstr>
      <vt:lpstr> Task 3: </vt:lpstr>
      <vt:lpstr> Task 4: </vt:lpstr>
      <vt:lpstr> Task 5: </vt:lpstr>
      <vt:lpstr> Task 6: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Lesson 1</dc:title>
  <dc:creator>Comp</dc:creator>
  <cp:lastModifiedBy>home</cp:lastModifiedBy>
  <cp:revision>95</cp:revision>
  <dcterms:created xsi:type="dcterms:W3CDTF">2014-01-30T13:16:31Z</dcterms:created>
  <dcterms:modified xsi:type="dcterms:W3CDTF">2016-12-05T12:53:54Z</dcterms:modified>
</cp:coreProperties>
</file>