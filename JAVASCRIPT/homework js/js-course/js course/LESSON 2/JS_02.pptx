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7" r:id="rId9"/>
    <p:sldId id="270" r:id="rId10"/>
    <p:sldId id="268" r:id="rId11"/>
    <p:sldId id="269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>
        <p:scale>
          <a:sx n="70" d="100"/>
          <a:sy n="70" d="100"/>
        </p:scale>
        <p:origin x="-13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9D068-B525-4CAC-8186-CDB407C1BD77}" type="datetimeFigureOut">
              <a:rPr lang="en-US" smtClean="0"/>
              <a:pPr/>
              <a:t>12/2/2016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A0895-8F15-4486-A1A9-47776EBBA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8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A0895-8F15-4486-A1A9-47776EBBA27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6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BCB7-3EBB-4567-84DF-F14E0EA17694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BCD2-D2C4-43C3-AF04-952BCE295136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0A9C-A938-48B9-99FF-784D2C142E09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412C-B91E-49D1-B80B-E41D09A3AEB7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A638-819C-46E6-8EF1-24E3CE9A4AD1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37E0-F595-4781-B2FF-9706D5AF69B4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1D4-220E-4E01-A264-CBD45BB1D1F2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584A-06BD-4400-9D4B-FC611A6A15B0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48DF-5963-4AEC-906A-AD3F848A733A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732-3364-452E-9031-DCA7F1BB99E5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2B1-E678-452A-A809-58A55B2525C8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D634-C2FB-4C55-AA0E-3890484A9E7F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5" y="0"/>
            <a:ext cx="83578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3143272" cy="147002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</a:t>
            </a: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2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Arithmetic Operators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450100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57158" y="1142984"/>
            <a:ext cx="8429684" cy="357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sz="1600" b="1" dirty="0" smtClean="0"/>
              <a:t>y=5</a:t>
            </a:r>
          </a:p>
          <a:p>
            <a:pPr marL="342900" lvl="0" indent="-342900">
              <a:spcBef>
                <a:spcPct val="20000"/>
              </a:spcBef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 Assignment Operators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614" y="1428736"/>
            <a:ext cx="7763038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Adding Strings and Numbers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857496"/>
            <a:ext cx="3714776" cy="2286016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&lt;script&gt;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/>
                </a:solidFill>
              </a:rPr>
              <a:t>var</a:t>
            </a:r>
            <a:r>
              <a:rPr lang="en-US" sz="2000" dirty="0" smtClean="0"/>
              <a:t>  </a:t>
            </a:r>
            <a:r>
              <a:rPr lang="en-US" sz="2000" dirty="0" err="1" smtClean="0"/>
              <a:t>first_str</a:t>
            </a:r>
            <a:r>
              <a:rPr lang="en-US" sz="2000" dirty="0" smtClean="0"/>
              <a:t>= "This is ";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/>
                </a:solidFill>
              </a:rPr>
              <a:t>var</a:t>
            </a:r>
            <a:r>
              <a:rPr lang="en-US" sz="2000" dirty="0" smtClean="0"/>
              <a:t>  </a:t>
            </a:r>
            <a:r>
              <a:rPr lang="en-US" sz="2000" dirty="0" err="1" smtClean="0"/>
              <a:t>second_str</a:t>
            </a:r>
            <a:r>
              <a:rPr lang="en-US" sz="2000" dirty="0" smtClean="0"/>
              <a:t>= " a nice picture";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/>
                </a:solidFill>
              </a:rPr>
              <a:t>var</a:t>
            </a:r>
            <a:r>
              <a:rPr lang="en-US" sz="2000" dirty="0" smtClean="0"/>
              <a:t>  res= </a:t>
            </a:r>
            <a:r>
              <a:rPr lang="en-US" sz="2000" dirty="0" err="1" smtClean="0"/>
              <a:t>first_str+second_str</a:t>
            </a:r>
            <a:r>
              <a:rPr lang="en-US" sz="2000" dirty="0" smtClean="0"/>
              <a:t>;</a:t>
            </a:r>
          </a:p>
          <a:p>
            <a:pPr>
              <a:buNone/>
            </a:pP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// " This is a nice picture "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&lt;/script&gt;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ru-RU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28596" y="1428736"/>
            <a:ext cx="8215370" cy="1000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lang="en-US" sz="2400" dirty="0" smtClean="0"/>
              <a:t>To add two or more string variables together, use the + operator.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 smtClean="0"/>
              <a:t>  Adding two numbers, will return the sum, but adding a number       and a string will return a string: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00562" y="2786058"/>
            <a:ext cx="3714776" cy="30718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&lt;script&gt;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x= 6+8;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//14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y=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000" dirty="0" smtClean="0"/>
              <a:t>"6" + 8 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// " 68 "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z= </a:t>
            </a:r>
            <a:r>
              <a:rPr lang="en-US" sz="2000" dirty="0" smtClean="0"/>
              <a:t> 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</a:t>
            </a:r>
            <a:r>
              <a:rPr lang="en-US" sz="2000" dirty="0" smtClean="0"/>
              <a:t>" +1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// " first1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&lt;/script&gt;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Comparison Operators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00034" y="3857628"/>
            <a:ext cx="8229600" cy="2206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28596" y="1000108"/>
            <a:ext cx="8215370" cy="7858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dirty="0" smtClean="0"/>
              <a:t>     Comparison operators are used in logical statements to determine equality or difference between variables or values. </a:t>
            </a:r>
            <a:r>
              <a:rPr lang="en-US" sz="2400" dirty="0" smtClean="0">
                <a:solidFill>
                  <a:srgbClr val="FF0000"/>
                </a:solidFill>
              </a:rPr>
              <a:t>(x=5)</a:t>
            </a:r>
          </a:p>
          <a:p>
            <a:pPr marL="342900" lvl="0" indent="-342900">
              <a:spcBef>
                <a:spcPct val="20000"/>
              </a:spcBef>
            </a:pPr>
            <a:endParaRPr lang="en-US" sz="2400" dirty="0" smtClean="0"/>
          </a:p>
          <a:p>
            <a:pPr marL="342900" lvl="0" indent="-342900">
              <a:spcBef>
                <a:spcPct val="20000"/>
              </a:spcBef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85926"/>
            <a:ext cx="8215370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8501122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Conditional Statements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85720" y="928670"/>
            <a:ext cx="8572560" cy="23574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if </a:t>
            </a:r>
            <a:r>
              <a:rPr lang="en-US" b="1" dirty="0" smtClean="0"/>
              <a:t>statement</a:t>
            </a:r>
            <a:r>
              <a:rPr lang="en-US" dirty="0" smtClean="0"/>
              <a:t> - use this statement to execute some code only if a specified condition is true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if...else </a:t>
            </a:r>
            <a:r>
              <a:rPr lang="en-US" b="1" dirty="0" smtClean="0"/>
              <a:t>statement</a:t>
            </a:r>
            <a:r>
              <a:rPr lang="en-US" dirty="0" smtClean="0"/>
              <a:t> - use this statement to execute some code if the condition is true and another code if the condition is false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if...else if....else </a:t>
            </a:r>
            <a:r>
              <a:rPr lang="en-US" b="1" dirty="0" smtClean="0"/>
              <a:t>statement</a:t>
            </a:r>
            <a:r>
              <a:rPr lang="en-US" dirty="0" smtClean="0"/>
              <a:t> - use this statement to select one of many blocks of code to be executed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switch </a:t>
            </a:r>
            <a:r>
              <a:rPr lang="en-US" b="1" dirty="0" smtClean="0"/>
              <a:t>statement</a:t>
            </a:r>
            <a:r>
              <a:rPr lang="en-US" dirty="0" smtClean="0"/>
              <a:t> - use this statement to select one of many blocks of code to be executed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57158" y="3357562"/>
            <a:ext cx="3857652" cy="221457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dirty="0" smtClean="0"/>
              <a:t>x=11;</a:t>
            </a: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if</a:t>
            </a:r>
            <a:r>
              <a:rPr lang="en-US" dirty="0" smtClean="0"/>
              <a:t> (x&lt;20)</a:t>
            </a:r>
            <a:br>
              <a:rPr lang="en-US" dirty="0" smtClean="0"/>
            </a:br>
            <a:r>
              <a:rPr lang="en-US" dirty="0" smtClean="0"/>
              <a:t>  {</a:t>
            </a:r>
            <a:br>
              <a:rPr lang="en-US" dirty="0" smtClean="0"/>
            </a:br>
            <a:r>
              <a:rPr lang="en-US" dirty="0" smtClean="0"/>
              <a:t>  </a:t>
            </a: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/>
              <a:t>(" x less than 20 ");</a:t>
            </a:r>
            <a:br>
              <a:rPr lang="en-US" dirty="0" smtClean="0"/>
            </a:br>
            <a:r>
              <a:rPr lang="en-US" dirty="0" smtClean="0"/>
              <a:t>  }</a:t>
            </a:r>
            <a:endParaRPr lang="en-US" dirty="0" smtClean="0">
              <a:solidFill>
                <a:srgbClr val="FF0000"/>
              </a:solidFill>
            </a:endParaRP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&lt;/script&gt;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00562" y="3357562"/>
            <a:ext cx="4357718" cy="31432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dirty="0" smtClean="0"/>
              <a:t>x=11;</a:t>
            </a: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if</a:t>
            </a:r>
            <a:r>
              <a:rPr lang="en-US" dirty="0" smtClean="0"/>
              <a:t> (x&lt;20)</a:t>
            </a:r>
            <a:br>
              <a:rPr lang="en-US" dirty="0" smtClean="0"/>
            </a:br>
            <a:r>
              <a:rPr lang="en-US" dirty="0" smtClean="0"/>
              <a:t>  {</a:t>
            </a:r>
            <a:br>
              <a:rPr lang="en-US" dirty="0" smtClean="0"/>
            </a:br>
            <a:r>
              <a:rPr lang="en-US" dirty="0" smtClean="0"/>
              <a:t>  </a:t>
            </a: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/>
              <a:t>(" x less than 20 ");</a:t>
            </a:r>
            <a:br>
              <a:rPr lang="en-US" dirty="0" smtClean="0"/>
            </a:br>
            <a:r>
              <a:rPr lang="en-US" dirty="0" smtClean="0"/>
              <a:t>  }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else</a:t>
            </a:r>
            <a:r>
              <a:rPr lang="en-US" dirty="0" smtClean="0"/>
              <a:t>{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00B0F0"/>
                </a:solidFill>
              </a:rPr>
              <a:t>         alert</a:t>
            </a:r>
            <a:r>
              <a:rPr lang="en-US" dirty="0" smtClean="0"/>
              <a:t>(" It is false" );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/>
              <a:t> 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Conditional Statements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7158" y="1000108"/>
            <a:ext cx="8215370" cy="571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 Use the </a:t>
            </a:r>
            <a:r>
              <a:rPr lang="en-US" dirty="0" smtClean="0">
                <a:solidFill>
                  <a:srgbClr val="FF0000"/>
                </a:solidFill>
              </a:rPr>
              <a:t>if....else if...else </a:t>
            </a:r>
            <a:r>
              <a:rPr lang="en-US" dirty="0" smtClean="0"/>
              <a:t>statement to select one of several blocks of code to be executed.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57158" y="1643050"/>
            <a:ext cx="8143932" cy="4572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dirty="0" smtClean="0"/>
              <a:t>x=11;</a:t>
            </a: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if</a:t>
            </a:r>
            <a:r>
              <a:rPr lang="en-US" dirty="0" smtClean="0"/>
              <a:t> (x&lt;20)</a:t>
            </a:r>
            <a:br>
              <a:rPr lang="en-US" dirty="0" smtClean="0"/>
            </a:br>
            <a:r>
              <a:rPr lang="en-US" dirty="0" smtClean="0"/>
              <a:t>  {</a:t>
            </a:r>
            <a:br>
              <a:rPr lang="en-US" dirty="0" smtClean="0"/>
            </a:br>
            <a:r>
              <a:rPr lang="en-US" dirty="0" smtClean="0"/>
              <a:t>  </a:t>
            </a: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/>
              <a:t>(" x less than 20 ");</a:t>
            </a:r>
            <a:br>
              <a:rPr lang="en-US" dirty="0" smtClean="0"/>
            </a:br>
            <a:r>
              <a:rPr lang="en-US" dirty="0" smtClean="0"/>
              <a:t>  }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else if</a:t>
            </a:r>
            <a:r>
              <a:rPr lang="en-US" dirty="0" smtClean="0"/>
              <a:t>(x==20)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/>
              <a:t>{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/>
              <a:t>(" 20 " );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/>
              <a:t>}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else</a:t>
            </a:r>
            <a:r>
              <a:rPr lang="en-US" dirty="0" smtClean="0"/>
              <a:t>{</a:t>
            </a:r>
          </a:p>
          <a:p>
            <a:pPr marL="274320" indent="-342900">
              <a:spcBef>
                <a:spcPct val="20000"/>
              </a:spcBef>
            </a:pP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/>
              <a:t>(" 20 less than x " );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Logical Operators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7158" y="1643050"/>
            <a:ext cx="8215370" cy="7858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Logical operators are used to determine the logic between variables or values.</a:t>
            </a:r>
          </a:p>
          <a:p>
            <a:r>
              <a:rPr lang="en-US" dirty="0" smtClean="0"/>
              <a:t>Given that </a:t>
            </a:r>
            <a:r>
              <a:rPr lang="en-US" b="1" dirty="0" smtClean="0"/>
              <a:t>x=6 and y=3</a:t>
            </a:r>
            <a:r>
              <a:rPr lang="en-US" dirty="0" smtClean="0"/>
              <a:t>, the table below explains the logical operators: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286124"/>
            <a:ext cx="8286808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714488"/>
            <a:ext cx="8715436" cy="35719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   </a:t>
            </a:r>
          </a:p>
          <a:p>
            <a:pPr>
              <a:buNone/>
            </a:pPr>
            <a:r>
              <a:rPr lang="ru-RU" dirty="0" smtClean="0"/>
              <a:t>   Եթե նախօրոք տրված փոփոխականը փոքր է 18 ից, ապա </a:t>
            </a:r>
            <a:r>
              <a:rPr lang="en-US" dirty="0" smtClean="0"/>
              <a:t>alert </a:t>
            </a:r>
            <a:r>
              <a:rPr lang="ru-RU" dirty="0" smtClean="0"/>
              <a:t>լինի `</a:t>
            </a:r>
            <a:r>
              <a:rPr lang="en-US" dirty="0" smtClean="0"/>
              <a:t>"</a:t>
            </a:r>
            <a:r>
              <a:rPr lang="ru-RU" dirty="0" smtClean="0"/>
              <a:t>Դուք անչափահաս</a:t>
            </a:r>
            <a:r>
              <a:rPr lang="en-US" dirty="0" smtClean="0"/>
              <a:t> </a:t>
            </a:r>
            <a:r>
              <a:rPr lang="ru-RU" dirty="0" smtClean="0"/>
              <a:t>եք</a:t>
            </a:r>
            <a:r>
              <a:rPr lang="en-US" dirty="0" smtClean="0"/>
              <a:t> " 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եթե ոչ, ապա գրվի </a:t>
            </a:r>
            <a:r>
              <a:rPr lang="en-US" dirty="0" smtClean="0"/>
              <a:t>" </a:t>
            </a:r>
            <a:r>
              <a:rPr lang="ru-RU" dirty="0" smtClean="0"/>
              <a:t>Դուք հաջողությամբ մուտք գործեցիք </a:t>
            </a:r>
            <a:r>
              <a:rPr lang="en-US" dirty="0" smtClean="0"/>
              <a:t>"</a:t>
            </a:r>
            <a:r>
              <a:rPr lang="ru-RU" dirty="0" smtClean="0"/>
              <a:t> և տպվի կամայական նկար: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1: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98530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14282" y="1714488"/>
            <a:ext cx="8715436" cy="4071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dirty="0" smtClean="0"/>
              <a:t>   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Գրել երկու փոփոխականի ֆունկցիա,որը հաշվում է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այդ փոփոխականների քառակուսիների գումարը և տպում արժեքը: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14282" y="1714488"/>
            <a:ext cx="8715436" cy="4071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dirty="0" smtClean="0"/>
              <a:t>    </a:t>
            </a:r>
            <a:r>
              <a:rPr lang="ru-RU" sz="3200" dirty="0" err="1" smtClean="0"/>
              <a:t>Հաշվել</a:t>
            </a:r>
            <a:r>
              <a:rPr lang="ru-RU" sz="3200" dirty="0" smtClean="0"/>
              <a:t> </a:t>
            </a:r>
            <a:r>
              <a:rPr lang="ru-RU" sz="3200" dirty="0" err="1" smtClean="0"/>
              <a:t>տրված</a:t>
            </a:r>
            <a:r>
              <a:rPr lang="ru-RU" sz="3200" dirty="0" smtClean="0"/>
              <a:t> </a:t>
            </a:r>
            <a:r>
              <a:rPr lang="ru-RU" sz="3200" dirty="0" err="1" smtClean="0"/>
              <a:t>եռանիշ</a:t>
            </a:r>
            <a:r>
              <a:rPr lang="ru-RU" sz="3200" dirty="0" smtClean="0"/>
              <a:t> </a:t>
            </a:r>
            <a:r>
              <a:rPr lang="ru-RU" sz="3200" dirty="0" err="1" smtClean="0"/>
              <a:t>թվի</a:t>
            </a:r>
            <a:r>
              <a:rPr lang="ru-RU" sz="3200" dirty="0" smtClean="0"/>
              <a:t> </a:t>
            </a:r>
            <a:r>
              <a:rPr lang="ru-RU" sz="3200" dirty="0" err="1" smtClean="0"/>
              <a:t>թվանշանների</a:t>
            </a:r>
            <a:r>
              <a:rPr lang="ru-RU" sz="3200" dirty="0" smtClean="0"/>
              <a:t> </a:t>
            </a:r>
            <a:r>
              <a:rPr lang="ru-RU" sz="3200" dirty="0" err="1" smtClean="0"/>
              <a:t>գումարը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en-US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92832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267</Words>
  <Application>Microsoft Office PowerPoint</Application>
  <PresentationFormat>Экран (4:3)</PresentationFormat>
  <Paragraphs>67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Office Theme</vt:lpstr>
      <vt:lpstr>JavaScript Lesson 2</vt:lpstr>
      <vt:lpstr> JavaScript Arithmetic Operators </vt:lpstr>
      <vt:lpstr>  JavaScript Assignment Operators   </vt:lpstr>
      <vt:lpstr>  Adding Strings and Numbers   </vt:lpstr>
      <vt:lpstr>   Comparison Operators  </vt:lpstr>
      <vt:lpstr>   Conditional Statements  </vt:lpstr>
      <vt:lpstr>   Conditional Statements   </vt:lpstr>
      <vt:lpstr>   Logical Operators  </vt:lpstr>
      <vt:lpstr> Task 1: </vt:lpstr>
      <vt:lpstr> Task 2: </vt:lpstr>
      <vt:lpstr> Task 3: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Lesson 1</dc:title>
  <dc:creator>Comp</dc:creator>
  <cp:lastModifiedBy>home</cp:lastModifiedBy>
  <cp:revision>69</cp:revision>
  <dcterms:created xsi:type="dcterms:W3CDTF">2014-01-30T13:16:31Z</dcterms:created>
  <dcterms:modified xsi:type="dcterms:W3CDTF">2016-12-02T13:29:34Z</dcterms:modified>
</cp:coreProperties>
</file>