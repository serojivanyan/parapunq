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60" r:id="rId5"/>
    <p:sldId id="272" r:id="rId6"/>
    <p:sldId id="273" r:id="rId7"/>
    <p:sldId id="274" r:id="rId8"/>
    <p:sldId id="275" r:id="rId9"/>
    <p:sldId id="277" r:id="rId10"/>
    <p:sldId id="284" r:id="rId11"/>
    <p:sldId id="276" r:id="rId12"/>
    <p:sldId id="278" r:id="rId13"/>
    <p:sldId id="279" r:id="rId14"/>
    <p:sldId id="280" r:id="rId15"/>
    <p:sldId id="281" r:id="rId16"/>
    <p:sldId id="282" r:id="rId17"/>
    <p:sldId id="283" r:id="rId18"/>
    <p:sldId id="285" r:id="rId19"/>
    <p:sldId id="286" r:id="rId20"/>
    <p:sldId id="287" r:id="rId21"/>
    <p:sldId id="288" r:id="rId22"/>
    <p:sldId id="289" r:id="rId23"/>
    <p:sldId id="290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9D068-B525-4CAC-8186-CDB407C1BD77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A0895-8F15-4486-A1A9-47776EBBA2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8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DA0895-8F15-4486-A1A9-47776EBBA27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9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BCB7-3EBB-4567-84DF-F14E0EA17694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BCD2-D2C4-43C3-AF04-952BCE295136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0A9C-A938-48B9-99FF-784D2C142E09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412C-B91E-49D1-B80B-E41D09A3AEB7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A638-819C-46E6-8EF1-24E3CE9A4AD1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37E0-F595-4781-B2FF-9706D5AF69B4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F1D4-220E-4E01-A264-CBD45BB1D1F2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584A-06BD-4400-9D4B-FC611A6A15B0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48DF-5963-4AEC-906A-AD3F848A733A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4732-3364-452E-9031-DCA7F1BB99E5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2B1-E678-452A-A809-58A55B2525C8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2D634-C2FB-4C55-AA0E-3890484A9E7F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js/tryit.asp?filename=tryjsref_concat2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js/tryit.asp?filename=tryjsref_joi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js/tryit.asp?filename=tryjsref_revers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85" y="0"/>
            <a:ext cx="835783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3143272" cy="147002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</a:t>
            </a: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</a:t>
            </a:r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6</a:t>
            </a:r>
            <a:endParaRPr lang="en-US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62391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 Array Object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57158" y="1857364"/>
            <a:ext cx="8501122" cy="23574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3200" dirty="0" smtClean="0"/>
              <a:t>An array is a special variable, which can hold more than one value at a time. An array can hold many values under a single name, and you can access the values by referring to an index number.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Create an Array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524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14282" y="2000240"/>
            <a:ext cx="8410604" cy="3471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rgbClr val="FF0000"/>
                </a:solidFill>
              </a:rPr>
              <a:t>1: Regular: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 err="1" smtClean="0"/>
              <a:t>myCars</a:t>
            </a:r>
            <a:r>
              <a:rPr lang="en-US" sz="2000" dirty="0" smtClean="0"/>
              <a:t>=new Array(); </a:t>
            </a:r>
            <a:br>
              <a:rPr lang="en-US" sz="2000" dirty="0" smtClean="0"/>
            </a:br>
            <a:r>
              <a:rPr lang="en-US" sz="2000" dirty="0" err="1" smtClean="0"/>
              <a:t>myCars</a:t>
            </a:r>
            <a:r>
              <a:rPr lang="en-US" sz="2000" dirty="0" smtClean="0">
                <a:solidFill>
                  <a:srgbClr val="7030A0"/>
                </a:solidFill>
              </a:rPr>
              <a:t>[0]</a:t>
            </a:r>
            <a:r>
              <a:rPr lang="en-US" sz="2000" dirty="0" smtClean="0"/>
              <a:t>="Saab";       </a:t>
            </a:r>
            <a:br>
              <a:rPr lang="en-US" sz="2000" dirty="0" smtClean="0"/>
            </a:br>
            <a:r>
              <a:rPr lang="en-US" sz="2000" dirty="0" err="1" smtClean="0"/>
              <a:t>myCars</a:t>
            </a:r>
            <a:r>
              <a:rPr lang="en-US" sz="2000" dirty="0" smtClean="0">
                <a:solidFill>
                  <a:srgbClr val="7030A0"/>
                </a:solidFill>
              </a:rPr>
              <a:t>[1]</a:t>
            </a:r>
            <a:r>
              <a:rPr lang="en-US" sz="2000" dirty="0" smtClean="0"/>
              <a:t>="Volvo";</a:t>
            </a:r>
            <a:br>
              <a:rPr lang="en-US" sz="2000" dirty="0" smtClean="0"/>
            </a:br>
            <a:r>
              <a:rPr lang="en-US" sz="2000" dirty="0" err="1" smtClean="0"/>
              <a:t>myCars</a:t>
            </a:r>
            <a:r>
              <a:rPr lang="en-US" sz="2000" dirty="0" smtClean="0">
                <a:solidFill>
                  <a:srgbClr val="7030A0"/>
                </a:solidFill>
              </a:rPr>
              <a:t>[2]</a:t>
            </a:r>
            <a:r>
              <a:rPr lang="en-US" sz="2000" dirty="0" smtClean="0"/>
              <a:t>="BMW";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rgbClr val="FF0000"/>
                </a:solidFill>
              </a:rPr>
              <a:t>2: Condensed: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 err="1" smtClean="0"/>
              <a:t>myCars</a:t>
            </a:r>
            <a:r>
              <a:rPr lang="en-US" sz="2000" dirty="0" smtClean="0"/>
              <a:t>=</a:t>
            </a:r>
            <a:r>
              <a:rPr lang="en-US" sz="2000" dirty="0" smtClean="0">
                <a:solidFill>
                  <a:srgbClr val="7030A0"/>
                </a:solidFill>
              </a:rPr>
              <a:t>new Array(</a:t>
            </a:r>
            <a:r>
              <a:rPr lang="en-US" sz="2000" dirty="0" smtClean="0"/>
              <a:t>"</a:t>
            </a:r>
            <a:r>
              <a:rPr lang="en-US" sz="2000" dirty="0" err="1" smtClean="0"/>
              <a:t>Saab","Volvo","BMW</a:t>
            </a:r>
            <a:r>
              <a:rPr lang="en-US" sz="2000" dirty="0" smtClean="0"/>
              <a:t>"</a:t>
            </a:r>
            <a:r>
              <a:rPr lang="en-US" sz="2000" dirty="0" smtClean="0">
                <a:solidFill>
                  <a:srgbClr val="7030A0"/>
                </a:solidFill>
              </a:rPr>
              <a:t>)</a:t>
            </a:r>
            <a:r>
              <a:rPr lang="en-US" sz="2000" dirty="0" smtClean="0"/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rgbClr val="FF0000"/>
                </a:solidFill>
              </a:rPr>
              <a:t>3: Literal: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 err="1" smtClean="0"/>
              <a:t>myCars</a:t>
            </a:r>
            <a:r>
              <a:rPr lang="en-US" sz="2000" dirty="0" smtClean="0"/>
              <a:t>=</a:t>
            </a:r>
            <a:r>
              <a:rPr lang="en-US" sz="2000" dirty="0" smtClean="0">
                <a:solidFill>
                  <a:srgbClr val="7030A0"/>
                </a:solidFill>
              </a:rPr>
              <a:t>[</a:t>
            </a:r>
            <a:r>
              <a:rPr lang="en-US" sz="2000" dirty="0" smtClean="0"/>
              <a:t>"</a:t>
            </a:r>
            <a:r>
              <a:rPr lang="en-US" sz="2000" dirty="0" err="1" smtClean="0"/>
              <a:t>Saab","Volvo","BMW</a:t>
            </a:r>
            <a:r>
              <a:rPr lang="en-US" sz="2000" dirty="0" smtClean="0"/>
              <a:t>"</a:t>
            </a:r>
            <a:r>
              <a:rPr lang="en-US" sz="2000" dirty="0" smtClean="0">
                <a:solidFill>
                  <a:srgbClr val="7030A0"/>
                </a:solidFill>
              </a:rPr>
              <a:t>]</a:t>
            </a:r>
            <a:r>
              <a:rPr lang="en-US" sz="2000" dirty="0" smtClean="0"/>
              <a:t>;</a:t>
            </a:r>
          </a:p>
          <a:p>
            <a:pPr marL="342900" lvl="0" indent="-342900">
              <a:spcBef>
                <a:spcPct val="20000"/>
              </a:spcBef>
            </a:pPr>
            <a:endParaRPr lang="en-US" sz="2000" baseline="0" dirty="0" smtClean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14282" y="1214422"/>
            <a:ext cx="8458200" cy="457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An array can be created in three ways.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142852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Join two arrays-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concat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5" name="Rectangle 4"/>
          <p:cNvSpPr/>
          <p:nvPr/>
        </p:nvSpPr>
        <p:spPr>
          <a:xfrm>
            <a:off x="357158" y="1500174"/>
            <a:ext cx="8143932" cy="44012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 smtClean="0"/>
              <a:t>&lt;p id="demo"&gt;Click the button to join two arrays.&lt;/p&gt;</a:t>
            </a:r>
          </a:p>
          <a:p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 Try It &lt;/button&gt;</a:t>
            </a:r>
          </a:p>
          <a:p>
            <a:endParaRPr lang="en-US" sz="2000" dirty="0" smtClean="0"/>
          </a:p>
          <a:p>
            <a:r>
              <a:rPr lang="en-US" sz="2000" dirty="0" smtClean="0"/>
              <a:t>		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&lt;script&gt;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      { 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hege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= ["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Cecilie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", "Lone"];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stale = ["Emil", "Tobias", "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Linus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"];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children =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hege.</a:t>
            </a:r>
            <a:r>
              <a:rPr lang="en-US" sz="2000" b="1" dirty="0" err="1" smtClean="0">
                <a:solidFill>
                  <a:srgbClr val="FF0000"/>
                </a:solidFill>
              </a:rPr>
              <a:t>concat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(stale); 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=children; 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		        }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&lt;/script&gt;</a:t>
            </a:r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85720" y="1357298"/>
            <a:ext cx="8572560" cy="47863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join three arrays.&lt;/p&gt;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 Try It 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  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          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hege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= ["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Cecilie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", "Lone"];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stale = ["Emil", "Tobias", "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Linus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kai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= ["Robin"];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children =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hege.</a:t>
            </a:r>
            <a:r>
              <a:rPr lang="en-US" sz="2000" b="1" dirty="0" err="1" smtClean="0">
                <a:solidFill>
                  <a:srgbClr val="FF0000"/>
                </a:solidFill>
              </a:rPr>
              <a:t>concat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stale,kai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);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=children;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} 		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&lt;/script&gt;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142852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Join three arrays-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concat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</a:t>
            </a:r>
            <a:r>
              <a:rPr lang="en-US" dirty="0" smtClean="0">
                <a:hlinkClick r:id="rId2"/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357158" y="1500174"/>
            <a:ext cx="8358246" cy="42862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 &lt;p id="demo"&gt;Click the button to join the array elements into a string.&lt;/p&gt;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     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fruits = ["Banana", "Orange", "Apple", "Mango"];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fruits.</a:t>
            </a:r>
            <a:r>
              <a:rPr lang="en-US" sz="2000" b="1" dirty="0" err="1" smtClean="0">
                <a:solidFill>
                  <a:srgbClr val="FF0000"/>
                </a:solidFill>
              </a:rPr>
              <a:t>join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("*");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&lt;/script&gt; </a:t>
            </a:r>
            <a:r>
              <a:rPr lang="en-US" sz="1200" dirty="0" smtClean="0"/>
              <a:t>	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1200" dirty="0" smtClean="0"/>
              <a:t>	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-357222" y="214290"/>
            <a:ext cx="9858412" cy="64294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Join all elements of an array into a string-join()</a:t>
            </a:r>
            <a:r>
              <a:rPr lang="en-US" sz="4000" dirty="0" smtClean="0">
                <a:hlinkClick r:id="rId2"/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85720" y="1428736"/>
            <a:ext cx="8643998" cy="45005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remove the last array element.&lt;/p&gt;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endParaRPr lang="en-US" sz="2000" dirty="0" smtClean="0"/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fruits = ["Banana", "Orange", "Apple", "Mango"];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fruits.</a:t>
            </a:r>
            <a:r>
              <a:rPr lang="en-US" sz="2000" b="1" dirty="0" smtClean="0">
                <a:solidFill>
                  <a:srgbClr val="FF0000"/>
                </a:solidFill>
              </a:rPr>
              <a:t>pop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=fruits;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&lt;/script&gt; </a:t>
            </a:r>
            <a:r>
              <a:rPr lang="en-US" sz="1200" dirty="0" smtClean="0"/>
              <a:t>			</a:t>
            </a:r>
          </a:p>
          <a:p>
            <a:pPr marL="342900" lvl="0" indent="-342900">
              <a:spcBef>
                <a:spcPct val="20000"/>
              </a:spcBef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786974" cy="64294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Remove the last element of an array- pop()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i="1" dirty="0" smtClean="0"/>
              <a:t/>
            </a:r>
            <a:br>
              <a:rPr lang="en-US" sz="3600" i="1" dirty="0" smtClean="0"/>
            </a:br>
            <a:endParaRPr lang="ru-RU" sz="36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85720" y="1285860"/>
            <a:ext cx="8643998" cy="4572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 &lt;p id="demo"&gt;Click the button to add a new element to the array.&lt;/p&gt;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&lt;script&gt;	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fruits = ["Banana", "Orange", "Apple", "Mango"];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fruits.</a:t>
            </a:r>
            <a:r>
              <a:rPr lang="en-US" sz="2000" b="1" dirty="0" err="1" smtClean="0">
                <a:solidFill>
                  <a:srgbClr val="FF0000"/>
                </a:solidFill>
              </a:rPr>
              <a:t>push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("Kiwi");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=fruits;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}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&lt;/script&gt; </a:t>
            </a:r>
            <a:r>
              <a:rPr lang="en-US" sz="1200" dirty="0" smtClean="0"/>
              <a:t>			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-142908" y="0"/>
            <a:ext cx="9786974" cy="64294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Add new elements to the end of an array-push()</a:t>
            </a: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i="1" dirty="0" smtClean="0"/>
              <a:t/>
            </a:r>
            <a:br>
              <a:rPr lang="en-US" sz="3200" i="1" dirty="0" smtClean="0"/>
            </a:br>
            <a:endParaRPr lang="ru-RU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85720" y="1500174"/>
            <a:ext cx="8715436" cy="45005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remove the first element of the array.&lt;/p&gt;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endParaRPr lang="en-US" sz="2000" dirty="0" smtClean="0"/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fruits = ["Banana", "Orange", "Apple", "Mango"];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fruits.</a:t>
            </a:r>
            <a:r>
              <a:rPr lang="en-US" sz="2000" b="1" dirty="0" err="1" smtClean="0">
                <a:solidFill>
                  <a:srgbClr val="FF0000"/>
                </a:solidFill>
              </a:rPr>
              <a:t>shift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=fruits;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&lt;/script&gt; </a:t>
            </a:r>
            <a:r>
              <a:rPr lang="en-US" sz="1200" dirty="0" smtClean="0"/>
              <a:t>			</a:t>
            </a:r>
          </a:p>
          <a:p>
            <a:pPr marL="342900" lvl="0" indent="-342900">
              <a:spcBef>
                <a:spcPct val="20000"/>
              </a:spcBef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786974" cy="64294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Remove the first element of an array- shift()</a:t>
            </a:r>
            <a:r>
              <a:rPr lang="en-US" sz="3600" dirty="0" smtClean="0"/>
              <a:t> 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i="1" dirty="0" smtClean="0"/>
              <a:t/>
            </a:r>
            <a:br>
              <a:rPr lang="en-US" sz="3600" i="1" dirty="0" smtClean="0"/>
            </a:br>
            <a:endParaRPr lang="ru-RU" sz="36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14282" y="1571612"/>
            <a:ext cx="8715436" cy="45005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add elements to the array.&lt;/p&gt;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fruits = ["Banana", "Orange", "Apple", "Mango"];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fruits.</a:t>
            </a:r>
            <a:r>
              <a:rPr lang="en-US" sz="2000" b="1" dirty="0" err="1" smtClean="0">
                <a:solidFill>
                  <a:srgbClr val="FF0000"/>
                </a:solidFill>
              </a:rPr>
              <a:t>unshift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Lemon","Pineapple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=fruits;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&lt;/script&gt; 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-357222" y="142852"/>
            <a:ext cx="9786974" cy="64294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Add new elements to the beginning of an array - </a:t>
            </a:r>
            <a:r>
              <a:rPr lang="en-US" sz="32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unshift</a:t>
            </a: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</a:t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i="1" dirty="0" smtClean="0"/>
              <a:t/>
            </a:r>
            <a:br>
              <a:rPr lang="en-US" sz="3200" i="1" dirty="0" smtClean="0"/>
            </a:br>
            <a:endParaRPr lang="ru-RU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14282" y="1357298"/>
            <a:ext cx="8572560" cy="45005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reverse the order of the elements in the array.&lt;/p&gt;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             function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fruits = ["Banana", "Orange", "Apple", "Mango"];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fruits.</a:t>
            </a:r>
            <a:r>
              <a:rPr lang="en-US" sz="2000" b="1" dirty="0" err="1" smtClean="0">
                <a:solidFill>
                  <a:srgbClr val="FF0000"/>
                </a:solidFill>
              </a:rPr>
              <a:t>reverse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=fruits;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&lt;/script&gt; </a:t>
            </a:r>
            <a:r>
              <a:rPr lang="en-US" sz="1200" dirty="0" smtClean="0"/>
              <a:t>	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1200" dirty="0" smtClean="0"/>
              <a:t>	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142852"/>
            <a:ext cx="9786974" cy="64294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Reverse the order of the elements in an array – reverse()</a:t>
            </a:r>
            <a:r>
              <a:rPr lang="en-US" sz="3600" dirty="0" smtClean="0">
                <a:hlinkClick r:id="rId2"/>
              </a:rPr>
              <a:t>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i="1" dirty="0" smtClean="0"/>
              <a:t/>
            </a:r>
            <a:br>
              <a:rPr lang="en-US" sz="3600" i="1" dirty="0" smtClean="0"/>
            </a:br>
            <a:endParaRPr lang="ru-RU" sz="36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14282" y="1500174"/>
            <a:ext cx="8715436" cy="44291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extract the second and the third elements from the array.&lt;/p&gt;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        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fruits = ["Banana", "Orange", "Lemon", "Apple", "Mango"];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citrus =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fruits.</a:t>
            </a:r>
            <a:r>
              <a:rPr lang="en-US" sz="2000" b="1" dirty="0" err="1" smtClean="0">
                <a:solidFill>
                  <a:srgbClr val="FF0000"/>
                </a:solidFill>
              </a:rPr>
              <a:t>slice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(1,3);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=citrus;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&lt;/script&gt; </a:t>
            </a:r>
            <a:r>
              <a:rPr lang="en-US" sz="2000" dirty="0" smtClean="0"/>
              <a:t>	</a:t>
            </a:r>
            <a:r>
              <a:rPr lang="en-US" sz="1200" dirty="0" smtClean="0"/>
              <a:t>	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786974" cy="64294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Select elements from an array – slice()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i="1" dirty="0" smtClean="0"/>
              <a:t/>
            </a:r>
            <a:br>
              <a:rPr lang="en-US" sz="3600" i="1" dirty="0" smtClean="0"/>
            </a:br>
            <a:endParaRPr lang="ru-RU" sz="36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14282" y="1571612"/>
            <a:ext cx="8715436" cy="42862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sort the array.&lt;/p&gt;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                   function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fruits = ["Banana", "Orange", "Apple", "Mango"];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fruits.</a:t>
            </a:r>
            <a:r>
              <a:rPr lang="en-US" sz="2000" b="1" dirty="0" err="1" smtClean="0">
                <a:solidFill>
                  <a:srgbClr val="FF0000"/>
                </a:solidFill>
              </a:rPr>
              <a:t>sort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=fruits;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&lt;/script&gt;</a:t>
            </a:r>
            <a:r>
              <a:rPr lang="en-US" sz="2000" dirty="0" smtClean="0"/>
              <a:t>	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-357222" y="142852"/>
            <a:ext cx="9786974" cy="64294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Sort an array (alphabetically and ascending) – sort()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i="1" dirty="0" smtClean="0"/>
              <a:t/>
            </a:r>
            <a:br>
              <a:rPr lang="en-US" sz="3600" i="1" dirty="0" smtClean="0"/>
            </a:br>
            <a:endParaRPr lang="ru-RU" sz="36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85720" y="1714488"/>
            <a:ext cx="8715436" cy="42148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sort the array.&lt;/p&gt;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points = [40,100,1,5,25,10];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points.</a:t>
            </a:r>
            <a:r>
              <a:rPr lang="en-US" sz="2000" b="1" dirty="0" err="1" smtClean="0">
                <a:solidFill>
                  <a:srgbClr val="FF0000"/>
                </a:solidFill>
              </a:rPr>
              <a:t>sort</a:t>
            </a:r>
            <a:r>
              <a:rPr lang="en-US" sz="2000" b="1" dirty="0" smtClean="0">
                <a:solidFill>
                  <a:srgbClr val="FF0000"/>
                </a:solidFill>
              </a:rPr>
              <a:t>(function(</a:t>
            </a:r>
            <a:r>
              <a:rPr lang="en-US" sz="2000" b="1" dirty="0" err="1" smtClean="0">
                <a:solidFill>
                  <a:srgbClr val="FF0000"/>
                </a:solidFill>
              </a:rPr>
              <a:t>a,b</a:t>
            </a:r>
            <a:r>
              <a:rPr lang="en-US" sz="2000" b="1" dirty="0" smtClean="0">
                <a:solidFill>
                  <a:srgbClr val="FF0000"/>
                </a:solidFill>
              </a:rPr>
              <a:t>){return a-b})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=points;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&lt;/script&gt;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	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-357222" y="142852"/>
            <a:ext cx="9786974" cy="64294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Sort numbers (numerically and ascending) –</a:t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sort()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i="1" dirty="0" smtClean="0"/>
              <a:t/>
            </a:r>
            <a:br>
              <a:rPr lang="en-US" sz="3600" i="1" dirty="0" smtClean="0"/>
            </a:br>
            <a:endParaRPr lang="ru-RU" sz="36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85720" y="1428736"/>
            <a:ext cx="8715436" cy="46434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sort the array.&lt;/p&gt;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points = [40,100,1,5,25,10];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points.</a:t>
            </a:r>
            <a:r>
              <a:rPr lang="en-US" sz="2000" b="1" dirty="0" err="1" smtClean="0">
                <a:solidFill>
                  <a:srgbClr val="FF0000"/>
                </a:solidFill>
              </a:rPr>
              <a:t>sort</a:t>
            </a:r>
            <a:r>
              <a:rPr lang="en-US" sz="2000" b="1" dirty="0" smtClean="0">
                <a:solidFill>
                  <a:srgbClr val="FF0000"/>
                </a:solidFill>
              </a:rPr>
              <a:t>(function(</a:t>
            </a:r>
            <a:r>
              <a:rPr lang="en-US" sz="2000" b="1" dirty="0" err="1" smtClean="0">
                <a:solidFill>
                  <a:srgbClr val="FF0000"/>
                </a:solidFill>
              </a:rPr>
              <a:t>a,b</a:t>
            </a:r>
            <a:r>
              <a:rPr lang="en-US" sz="2000" b="1" dirty="0" smtClean="0">
                <a:solidFill>
                  <a:srgbClr val="FF0000"/>
                </a:solidFill>
              </a:rPr>
              <a:t>){return b-a})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=points;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&lt;/script&gt;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	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-357222" y="142852"/>
            <a:ext cx="9786974" cy="64294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Sort numbers (numerically and descending) - sort()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i="1" dirty="0" smtClean="0"/>
              <a:t/>
            </a:r>
            <a:br>
              <a:rPr lang="en-US" sz="3600" i="1" dirty="0" smtClean="0"/>
            </a:br>
            <a:endParaRPr lang="ru-RU" sz="36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85720" y="1643050"/>
            <a:ext cx="8715436" cy="42862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add elements to the array.&lt;/p&gt;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fruits = ["Banana", "Orange", "Apple", "Mango"];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fruits.</a:t>
            </a:r>
            <a:r>
              <a:rPr lang="en-US" sz="2000" b="1" dirty="0" err="1" smtClean="0">
                <a:solidFill>
                  <a:srgbClr val="FF0000"/>
                </a:solidFill>
              </a:rPr>
              <a:t>splice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(2,0,"Lemon","Kiwi");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=fruits;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&lt;/script&gt; </a:t>
            </a:r>
            <a:r>
              <a:rPr lang="en-US" sz="2000" dirty="0" smtClean="0"/>
              <a:t>	</a:t>
            </a:r>
          </a:p>
          <a:p>
            <a:pPr marL="342900" lvl="0" indent="-342900">
              <a:spcBef>
                <a:spcPct val="20000"/>
              </a:spcBef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-357222" y="142852"/>
            <a:ext cx="9786974" cy="64294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Add an element to position 2 in an array - splice()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i="1" dirty="0" smtClean="0"/>
              <a:t/>
            </a:r>
            <a:br>
              <a:rPr lang="en-US" sz="3200" i="1" dirty="0" smtClean="0"/>
            </a:br>
            <a:endParaRPr lang="ru-RU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85720" y="1428736"/>
            <a:ext cx="8715436" cy="45005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convert the array into a String.&lt;/p&gt;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fruits = ["Banana", "Orange", "Apple", "Mango"];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a=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fruits.</a:t>
            </a:r>
            <a:r>
              <a:rPr lang="en-US" sz="2000" b="1" dirty="0" err="1" smtClean="0">
                <a:solidFill>
                  <a:srgbClr val="FF0000"/>
                </a:solidFill>
              </a:rPr>
              <a:t>toString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      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=a;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    &lt;/script&gt;</a:t>
            </a:r>
            <a:r>
              <a:rPr lang="en-US" sz="2000" dirty="0" smtClean="0"/>
              <a:t>		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-357222" y="142852"/>
            <a:ext cx="9786974" cy="64294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Convert an array to a string - </a:t>
            </a:r>
            <a:r>
              <a:rPr lang="en-US" sz="32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toString</a:t>
            </a: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i="1" dirty="0" smtClean="0"/>
              <a:t/>
            </a:r>
            <a:br>
              <a:rPr lang="en-US" sz="3200" i="1" dirty="0" smtClean="0"/>
            </a:br>
            <a:endParaRPr lang="ru-RU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928670"/>
            <a:ext cx="6338865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28600" y="2133600"/>
            <a:ext cx="8715436" cy="3124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just">
              <a:spcBef>
                <a:spcPct val="20000"/>
              </a:spcBef>
              <a:defRPr/>
            </a:pPr>
            <a:r>
              <a:rPr kumimoji="0" lang="ru-RU" sz="2800" b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sz="2800" b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800" dirty="0" err="1" smtClean="0"/>
              <a:t>Գրել</a:t>
            </a:r>
            <a:r>
              <a:rPr lang="en-US" sz="2800" dirty="0" smtClean="0"/>
              <a:t> </a:t>
            </a:r>
            <a:r>
              <a:rPr lang="en-US" sz="2800" dirty="0" err="1" smtClean="0"/>
              <a:t>մի</a:t>
            </a:r>
            <a:r>
              <a:rPr lang="en-US" sz="2800" dirty="0" smtClean="0"/>
              <a:t> </a:t>
            </a:r>
            <a:r>
              <a:rPr lang="en-US" sz="2800" dirty="0" err="1" smtClean="0"/>
              <a:t>ֆունկցիա</a:t>
            </a:r>
            <a:r>
              <a:rPr lang="ru-RU" sz="2800" dirty="0" smtClean="0"/>
              <a:t>, </a:t>
            </a:r>
            <a:r>
              <a:rPr lang="en-US" sz="2800" dirty="0" err="1" smtClean="0"/>
              <a:t>որը</a:t>
            </a:r>
            <a:r>
              <a:rPr lang="en-US" sz="2800" dirty="0" smtClean="0"/>
              <a:t> </a:t>
            </a:r>
            <a:r>
              <a:rPr lang="en-US" sz="2800" dirty="0" err="1" smtClean="0"/>
              <a:t>տրված</a:t>
            </a:r>
            <a:r>
              <a:rPr lang="en-US" sz="2800" dirty="0" smtClean="0"/>
              <a:t> </a:t>
            </a:r>
            <a:r>
              <a:rPr lang="en-US" sz="2800" dirty="0" err="1" smtClean="0"/>
              <a:t>նախադասության</a:t>
            </a:r>
            <a:r>
              <a:rPr lang="en-US" sz="2800" dirty="0" smtClean="0"/>
              <a:t> </a:t>
            </a:r>
            <a:r>
              <a:rPr lang="en-US" sz="2800" dirty="0" err="1" smtClean="0"/>
              <a:t>բոլոր</a:t>
            </a:r>
            <a:r>
              <a:rPr lang="en-US" sz="2800" dirty="0" smtClean="0"/>
              <a:t> </a:t>
            </a:r>
            <a:r>
              <a:rPr lang="en-US" sz="2800" dirty="0" err="1" smtClean="0"/>
              <a:t>բառերը</a:t>
            </a:r>
            <a:r>
              <a:rPr lang="en-US" sz="2800" dirty="0" smtClean="0"/>
              <a:t> </a:t>
            </a:r>
            <a:r>
              <a:rPr lang="en-US" sz="2800" dirty="0" err="1" smtClean="0"/>
              <a:t>կդասավորի</a:t>
            </a:r>
            <a:r>
              <a:rPr lang="en-US" sz="2800" dirty="0" smtClean="0"/>
              <a:t> </a:t>
            </a:r>
            <a:r>
              <a:rPr lang="en-US" sz="2800" dirty="0" err="1" smtClean="0"/>
              <a:t>հակառակ</a:t>
            </a:r>
            <a:r>
              <a:rPr lang="en-US" sz="2800" dirty="0" smtClean="0"/>
              <a:t> </a:t>
            </a:r>
            <a:r>
              <a:rPr lang="en-US" sz="2800" dirty="0" err="1" smtClean="0"/>
              <a:t>հերթականությամբ</a:t>
            </a:r>
            <a:r>
              <a:rPr lang="ru-RU" sz="2800" dirty="0" smtClean="0"/>
              <a:t> ,բոլոր բառերի տառերը </a:t>
            </a:r>
            <a:r>
              <a:rPr lang="en-US" sz="2800" dirty="0" err="1" smtClean="0"/>
              <a:t>կդասավորի</a:t>
            </a:r>
            <a:r>
              <a:rPr lang="en-US" sz="2800" dirty="0" smtClean="0"/>
              <a:t> </a:t>
            </a:r>
            <a:r>
              <a:rPr lang="en-US" sz="2800" dirty="0" err="1" smtClean="0"/>
              <a:t>հակառակ</a:t>
            </a:r>
            <a:r>
              <a:rPr lang="en-US" sz="2800" dirty="0" smtClean="0"/>
              <a:t> </a:t>
            </a:r>
            <a:r>
              <a:rPr lang="en-US" sz="2800" dirty="0" err="1" smtClean="0"/>
              <a:t>հերթականությամբ</a:t>
            </a:r>
            <a:r>
              <a:rPr lang="ru-RU" sz="2800" dirty="0" smtClean="0"/>
              <a:t>, </a:t>
            </a:r>
            <a:r>
              <a:rPr lang="en-US" sz="2800" dirty="0" err="1" smtClean="0"/>
              <a:t>կկտրի</a:t>
            </a:r>
            <a:r>
              <a:rPr lang="en-US" sz="2800" dirty="0" smtClean="0"/>
              <a:t> </a:t>
            </a:r>
            <a:r>
              <a:rPr lang="en-US" sz="2800" dirty="0" err="1" smtClean="0"/>
              <a:t>վերջին</a:t>
            </a:r>
            <a:r>
              <a:rPr lang="en-US" sz="2800" dirty="0" smtClean="0"/>
              <a:t> </a:t>
            </a:r>
            <a:r>
              <a:rPr lang="en-US" sz="2800" dirty="0" err="1" smtClean="0"/>
              <a:t>տառերը</a:t>
            </a:r>
            <a:r>
              <a:rPr lang="en-US" sz="2800" dirty="0" smtClean="0"/>
              <a:t> և </a:t>
            </a:r>
            <a:r>
              <a:rPr lang="en-US" sz="2800" dirty="0" err="1" smtClean="0"/>
              <a:t>բոլոր</a:t>
            </a:r>
            <a:r>
              <a:rPr lang="ru-RU" sz="2800" dirty="0" smtClean="0"/>
              <a:t>ի 2-րդ տառը կփոխի “</a:t>
            </a:r>
            <a:r>
              <a:rPr lang="en-US" sz="2800" dirty="0" smtClean="0"/>
              <a:t>JS</a:t>
            </a:r>
            <a:r>
              <a:rPr lang="ru-RU" sz="2800" dirty="0" smtClean="0"/>
              <a:t>”: Ֆունկցիան պետք է վերադարձնի տող:</a:t>
            </a:r>
            <a:endParaRPr lang="en-US" sz="2800" dirty="0"/>
          </a:p>
        </p:txBody>
      </p:sp>
      <p:pic>
        <p:nvPicPr>
          <p:cNvPr id="8" name="Picture 7" descr="optimum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1" y="7380890"/>
            <a:ext cx="1332562" cy="36004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428596" y="214290"/>
            <a:ext cx="8229600" cy="1690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Task </a:t>
            </a:r>
            <a:r>
              <a:rPr kumimoji="0" lang="ru-RU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:</a:t>
            </a:r>
            <a:r>
              <a:rPr kumimoji="0" lang="en-US" sz="4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ru-RU" sz="4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2133600"/>
            <a:ext cx="8715436" cy="3124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just">
              <a:spcBef>
                <a:spcPct val="20000"/>
              </a:spcBef>
              <a:defRPr/>
            </a:pPr>
            <a:r>
              <a:rPr kumimoji="0" lang="ru-RU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lvl="0" indent="-342900" algn="just">
              <a:spcBef>
                <a:spcPct val="20000"/>
              </a:spcBef>
              <a:defRPr/>
            </a:pPr>
            <a:r>
              <a:rPr lang="ru-RU" sz="2800" dirty="0" smtClean="0"/>
              <a:t>   </a:t>
            </a:r>
            <a:r>
              <a:rPr kumimoji="0" lang="ru-RU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Գրել երեք փոփոխականի ֆունկցիա,</a:t>
            </a:r>
            <a:r>
              <a:rPr kumimoji="0" lang="ru-RU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որը հաշվում է առաջինից մեծ և երկրորդից փոքր բոլոր թվերի քառակուսիների գումարը, որոնք չեն բաժանվում երրորդի վրա:</a:t>
            </a: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28596" y="214290"/>
            <a:ext cx="8229600" cy="1690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Task </a:t>
            </a:r>
            <a:r>
              <a:rPr lang="en-US" sz="44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2</a:t>
            </a:r>
            <a: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:</a:t>
            </a:r>
            <a:r>
              <a:rPr kumimoji="0" lang="en-US" sz="4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ru-RU" sz="4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658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2133600"/>
            <a:ext cx="8715436" cy="2743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just">
              <a:spcBef>
                <a:spcPct val="20000"/>
              </a:spcBef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 algn="just">
              <a:spcBef>
                <a:spcPct val="20000"/>
              </a:spcBef>
              <a:defRPr/>
            </a:pPr>
            <a:r>
              <a:rPr lang="ru-RU" sz="3200" dirty="0" smtClean="0"/>
              <a:t>    Բառերից կազմված զանգվածից ստանալ նախադասություն, որը չպարունակի </a:t>
            </a:r>
            <a:r>
              <a:rPr lang="en-US" sz="3200" dirty="0" smtClean="0"/>
              <a:t>“d”, “k” </a:t>
            </a:r>
            <a:r>
              <a:rPr lang="ru-RU" sz="3200" dirty="0" smtClean="0"/>
              <a:t>և </a:t>
            </a:r>
            <a:r>
              <a:rPr lang="en-US" sz="3200" dirty="0" smtClean="0"/>
              <a:t>“o” </a:t>
            </a:r>
            <a:r>
              <a:rPr lang="ru-RU" sz="3200" dirty="0" smtClean="0"/>
              <a:t>տառերը պարունակող բառերը:</a:t>
            </a: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28596" y="214290"/>
            <a:ext cx="8229600" cy="1538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67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Task </a:t>
            </a:r>
            <a:r>
              <a:rPr lang="en-US" sz="67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3</a:t>
            </a:r>
            <a:r>
              <a:rPr kumimoji="0" lang="en-US" sz="67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:</a:t>
            </a:r>
            <a:r>
              <a:rPr kumimoji="0" lang="en-US" sz="67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67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ru-RU" sz="67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844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2133600"/>
            <a:ext cx="8715436" cy="3124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just">
              <a:spcBef>
                <a:spcPct val="20000"/>
              </a:spcBef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ru-RU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Գրել երկու</a:t>
            </a:r>
            <a:r>
              <a:rPr kumimoji="0" lang="ru-RU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պարամետր ունեցող ֆունկցիա: Առաջին պարամետրը ընդունում է 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string </a:t>
            </a:r>
            <a:r>
              <a:rPr kumimoji="0" lang="ru-RU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տիպի արժեքներ, իսկ երկրորդը 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 </a:t>
            </a:r>
            <a:r>
              <a:rPr kumimoji="0" lang="ru-RU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տիպի արժեքներ:Ֆունկցիայի միջոցով պարզել 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array-</a:t>
            </a:r>
            <a:r>
              <a:rPr kumimoji="0" lang="ru-RU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ը պարունակում է այդ բառը, թե ոչ և վերադարձնել այո կամ ոչ:</a:t>
            </a: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en-US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4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17733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2133600"/>
            <a:ext cx="8715436" cy="3124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just">
              <a:spcBef>
                <a:spcPct val="20000"/>
              </a:spcBef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ru-RU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Ունենք</a:t>
            </a:r>
            <a:r>
              <a:rPr kumimoji="0" lang="ru-RU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երկու 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select: </a:t>
            </a:r>
            <a:r>
              <a:rPr kumimoji="0" lang="ru-RU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Առաջինի տարբերակներն են՝ Հայաստան,Ռուսաստան և Վրաստան, իսկ երկրորդը ունի 4 դատարկ տարբերակ: Առաջինում որևէ տարբերակ ընտրելիս, երկրորդում հայտնվեն տվյալ երկրի 4 քաղաքներ:</a:t>
            </a: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28596" y="214290"/>
            <a:ext cx="8229600" cy="1462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Task </a:t>
            </a:r>
            <a:r>
              <a:rPr lang="en-US" sz="44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5</a:t>
            </a:r>
            <a:r>
              <a:rPr kumimoji="0" lang="en-US" sz="4400" b="0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:</a:t>
            </a:r>
            <a:r>
              <a:rPr kumimoji="0" lang="en-US" sz="4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ru-RU" sz="4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0964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2639</TotalTime>
  <Words>997</Words>
  <Application>Microsoft Office PowerPoint</Application>
  <PresentationFormat>Экран (4:3)</PresentationFormat>
  <Paragraphs>210</Paragraphs>
  <Slides>23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Office Theme</vt:lpstr>
      <vt:lpstr>JavaScript Lesson 6</vt:lpstr>
      <vt:lpstr>JavaScript Array Object</vt:lpstr>
      <vt:lpstr>    Create an Array      </vt:lpstr>
      <vt:lpstr>     Join two arrays-concat()      </vt:lpstr>
      <vt:lpstr>     Join three arrays-concat()       </vt:lpstr>
      <vt:lpstr>     Join all elements of an array into a string-join()       </vt:lpstr>
      <vt:lpstr>     Remove the last element of an array- pop()       </vt:lpstr>
      <vt:lpstr>     Add new elements to the end of an array-push()       </vt:lpstr>
      <vt:lpstr>     Remove the first element of an array- shift()       </vt:lpstr>
      <vt:lpstr>     Add new elements to the beginning of an array - unshift()      </vt:lpstr>
      <vt:lpstr>     Reverse the order of the elements in an array – reverse()       </vt:lpstr>
      <vt:lpstr>     Select elements from an array – slice()       </vt:lpstr>
      <vt:lpstr>     Sort an array (alphabetically and ascending) – sort()       </vt:lpstr>
      <vt:lpstr>     Sort numbers (numerically and ascending) –  sort()      </vt:lpstr>
      <vt:lpstr>     Sort numbers (numerically and descending) - sort()      </vt:lpstr>
      <vt:lpstr>     Add an element to position 2 in an array - splice()       </vt:lpstr>
      <vt:lpstr>     Convert an array to a string - toString()      </vt:lpstr>
      <vt:lpstr>Презентация PowerPoint</vt:lpstr>
      <vt:lpstr>Презентация PowerPoint</vt:lpstr>
      <vt:lpstr>Презентация PowerPoint</vt:lpstr>
      <vt:lpstr>Презентация PowerPoint</vt:lpstr>
      <vt:lpstr> Task 4: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Lesson 1</dc:title>
  <dc:creator>Comp</dc:creator>
  <cp:lastModifiedBy>home</cp:lastModifiedBy>
  <cp:revision>151</cp:revision>
  <dcterms:created xsi:type="dcterms:W3CDTF">2014-01-30T13:16:31Z</dcterms:created>
  <dcterms:modified xsi:type="dcterms:W3CDTF">2016-08-29T07:36:05Z</dcterms:modified>
</cp:coreProperties>
</file>