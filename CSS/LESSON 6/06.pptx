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2"/>
  </p:notesMasterIdLst>
  <p:sldIdLst>
    <p:sldId id="257" r:id="rId2"/>
    <p:sldId id="275" r:id="rId3"/>
    <p:sldId id="276" r:id="rId4"/>
    <p:sldId id="273" r:id="rId5"/>
    <p:sldId id="274" r:id="rId6"/>
    <p:sldId id="271" r:id="rId7"/>
    <p:sldId id="262" r:id="rId8"/>
    <p:sldId id="260" r:id="rId9"/>
    <p:sldId id="263" r:id="rId10"/>
    <p:sldId id="25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9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6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Padding</a:t>
            </a:r>
            <a:endParaRPr lang="en-US" sz="4800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714348" y="1428736"/>
            <a:ext cx="7286676" cy="92333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The padding clears an area around the content (inside the border) of an element. The padding is affected by the background color of the element.</a:t>
            </a:r>
            <a:endParaRPr lang="ru-RU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857496"/>
            <a:ext cx="3001958" cy="285243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27" name="Picture 3" descr="C:\Users\Comp\Desktop\Untitled.png"/>
          <p:cNvPicPr>
            <a:picLocks noChangeAspect="1" noChangeArrowheads="1"/>
          </p:cNvPicPr>
          <p:nvPr/>
        </p:nvPicPr>
        <p:blipFill>
          <a:blip r:embed="rId3"/>
          <a:srcRect r="19972" b="18269"/>
          <a:stretch>
            <a:fillRect/>
          </a:stretch>
        </p:blipFill>
        <p:spPr bwMode="auto">
          <a:xfrm>
            <a:off x="4357686" y="3286124"/>
            <a:ext cx="4643470" cy="1214446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2910" y="214290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Padding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3214678" y="2000240"/>
            <a:ext cx="4000528" cy="4278094"/>
          </a:xfrm>
          <a:prstGeom prst="rect">
            <a:avLst/>
          </a:prstGeom>
          <a:effectLst>
            <a:glow rad="101600">
              <a:srgbClr val="00B050">
                <a:alpha val="60000"/>
              </a:srgb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padding:25px 50px 75px 100px;</a:t>
            </a:r>
            <a:endParaRPr lang="en-US" sz="1600" dirty="0" smtClean="0">
              <a:solidFill>
                <a:srgbClr val="00B050"/>
              </a:solidFill>
            </a:endParaRPr>
          </a:p>
          <a:p>
            <a:pPr lvl="1"/>
            <a:r>
              <a:rPr lang="en-US" sz="1600" dirty="0" smtClean="0"/>
              <a:t>top padding is 25px</a:t>
            </a:r>
          </a:p>
          <a:p>
            <a:pPr lvl="1"/>
            <a:r>
              <a:rPr lang="en-US" sz="1600" dirty="0" smtClean="0"/>
              <a:t>right padding is 50px</a:t>
            </a:r>
          </a:p>
          <a:p>
            <a:pPr lvl="1"/>
            <a:r>
              <a:rPr lang="en-US" sz="1600" dirty="0" smtClean="0"/>
              <a:t>bottom padding is 75px</a:t>
            </a:r>
          </a:p>
          <a:p>
            <a:pPr lvl="1"/>
            <a:r>
              <a:rPr lang="en-US" sz="1600" dirty="0" smtClean="0"/>
              <a:t>left padding is 100px</a:t>
            </a:r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00B050"/>
                </a:solidFill>
              </a:rPr>
              <a:t>padding:25px 50px 75px;</a:t>
            </a:r>
            <a:endParaRPr lang="en-US" sz="1600" dirty="0" smtClean="0">
              <a:solidFill>
                <a:srgbClr val="00B050"/>
              </a:solidFill>
            </a:endParaRPr>
          </a:p>
          <a:p>
            <a:pPr lvl="1"/>
            <a:r>
              <a:rPr lang="en-US" sz="1600" dirty="0" smtClean="0"/>
              <a:t>top padding is 25px</a:t>
            </a:r>
          </a:p>
          <a:p>
            <a:pPr lvl="1"/>
            <a:r>
              <a:rPr lang="en-US" sz="1600" dirty="0" smtClean="0"/>
              <a:t>right and left </a:t>
            </a:r>
            <a:r>
              <a:rPr lang="en-US" sz="1600" dirty="0" err="1" smtClean="0"/>
              <a:t>paddings</a:t>
            </a:r>
            <a:r>
              <a:rPr lang="en-US" sz="1600" dirty="0" smtClean="0"/>
              <a:t> are 50px</a:t>
            </a:r>
          </a:p>
          <a:p>
            <a:pPr lvl="1"/>
            <a:r>
              <a:rPr lang="en-US" sz="1600" dirty="0" smtClean="0"/>
              <a:t>bottom padding is 75px</a:t>
            </a:r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00B050"/>
                </a:solidFill>
              </a:rPr>
              <a:t>padding:25px 50px;</a:t>
            </a:r>
            <a:endParaRPr lang="en-US" sz="1600" dirty="0" smtClean="0">
              <a:solidFill>
                <a:srgbClr val="00B050"/>
              </a:solidFill>
            </a:endParaRPr>
          </a:p>
          <a:p>
            <a:pPr lvl="1"/>
            <a:r>
              <a:rPr lang="en-US" sz="1600" dirty="0" smtClean="0"/>
              <a:t>top and bottom </a:t>
            </a:r>
            <a:r>
              <a:rPr lang="en-US" sz="1600" dirty="0" err="1" smtClean="0"/>
              <a:t>paddings</a:t>
            </a:r>
            <a:r>
              <a:rPr lang="en-US" sz="1600" dirty="0" smtClean="0"/>
              <a:t> are 25px</a:t>
            </a:r>
          </a:p>
          <a:p>
            <a:pPr lvl="1"/>
            <a:r>
              <a:rPr lang="en-US" sz="1600" dirty="0" smtClean="0"/>
              <a:t>right and left </a:t>
            </a:r>
            <a:r>
              <a:rPr lang="en-US" sz="1600" dirty="0" err="1" smtClean="0"/>
              <a:t>paddings</a:t>
            </a:r>
            <a:r>
              <a:rPr lang="en-US" sz="1600" dirty="0" smtClean="0"/>
              <a:t> are 50px</a:t>
            </a:r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00B050"/>
                </a:solidFill>
              </a:rPr>
              <a:t>padding:25px;</a:t>
            </a:r>
            <a:endParaRPr lang="en-US" sz="1600" dirty="0" smtClean="0">
              <a:solidFill>
                <a:srgbClr val="00B050"/>
              </a:solidFill>
            </a:endParaRPr>
          </a:p>
          <a:p>
            <a:pPr lvl="1"/>
            <a:r>
              <a:rPr lang="en-US" sz="1600" dirty="0" smtClean="0"/>
              <a:t>all four </a:t>
            </a:r>
            <a:r>
              <a:rPr lang="en-US" sz="1600" dirty="0" err="1" smtClean="0"/>
              <a:t>paddings</a:t>
            </a:r>
            <a:r>
              <a:rPr lang="en-US" sz="1600" dirty="0" smtClean="0"/>
              <a:t> are 25px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1071538" y="1357298"/>
            <a:ext cx="72152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The padding property can have from one to four values.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Tables and Divs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pic>
        <p:nvPicPr>
          <p:cNvPr id="102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3284984"/>
            <a:ext cx="4392488" cy="3261979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5" name="TextBox 4"/>
          <p:cNvSpPr txBox="1"/>
          <p:nvPr/>
        </p:nvSpPr>
        <p:spPr>
          <a:xfrm>
            <a:off x="251520" y="386104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11967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027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1772816"/>
            <a:ext cx="2552700" cy="1076325"/>
          </a:xfrm>
          <a:prstGeom prst="rect">
            <a:avLst/>
          </a:prstGeom>
          <a:noFill/>
          <a:effectLst>
            <a:glow rad="101600">
              <a:srgbClr val="00B050">
                <a:alpha val="40000"/>
              </a:srgbClr>
            </a:glow>
          </a:effectLst>
        </p:spPr>
      </p:pic>
      <p:sp>
        <p:nvSpPr>
          <p:cNvPr id="8" name="TextBox 7"/>
          <p:cNvSpPr txBox="1"/>
          <p:nvPr/>
        </p:nvSpPr>
        <p:spPr>
          <a:xfrm>
            <a:off x="2123728" y="1196752"/>
            <a:ext cx="216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</a:t>
            </a:r>
            <a:r>
              <a:rPr lang="hy-AM" b="1" dirty="0" smtClean="0">
                <a:solidFill>
                  <a:schemeClr val="accent2"/>
                </a:solidFill>
              </a:rPr>
              <a:t>able border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1028" name="Picture 4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064" y="1786136"/>
            <a:ext cx="2686050" cy="1066800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  <p:sp>
        <p:nvSpPr>
          <p:cNvPr id="12" name="TextBox 11"/>
          <p:cNvSpPr txBox="1"/>
          <p:nvPr/>
        </p:nvSpPr>
        <p:spPr>
          <a:xfrm>
            <a:off x="5220072" y="1196752"/>
            <a:ext cx="306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T</a:t>
            </a:r>
            <a:r>
              <a:rPr lang="hy-AM" b="1" dirty="0" smtClean="0">
                <a:solidFill>
                  <a:schemeClr val="accent2"/>
                </a:solidFill>
              </a:rPr>
              <a:t>able border-collapse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83568" y="260648"/>
            <a:ext cx="7246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Tables and Divs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pic>
        <p:nvPicPr>
          <p:cNvPr id="4100" name="Picture 4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r="2703"/>
          <a:stretch>
            <a:fillRect/>
          </a:stretch>
        </p:blipFill>
        <p:spPr bwMode="auto">
          <a:xfrm>
            <a:off x="5724128" y="2204864"/>
            <a:ext cx="2592288" cy="1730062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pic>
        <p:nvPicPr>
          <p:cNvPr id="4102" name="Picture 6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988840"/>
            <a:ext cx="4619625" cy="2743200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sp>
        <p:nvSpPr>
          <p:cNvPr id="33" name="TextBox 32"/>
          <p:cNvSpPr txBox="1"/>
          <p:nvPr/>
        </p:nvSpPr>
        <p:spPr>
          <a:xfrm>
            <a:off x="6516216" y="1484784"/>
            <a:ext cx="14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Table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35696" y="141277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Div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Tables and Divs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pic>
        <p:nvPicPr>
          <p:cNvPr id="16" name="Picture 5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3048000" cy="3390900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8" name="TextBox 17"/>
          <p:cNvSpPr txBox="1"/>
          <p:nvPr/>
        </p:nvSpPr>
        <p:spPr>
          <a:xfrm>
            <a:off x="683568" y="1196752"/>
            <a:ext cx="1530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Table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5124" name="Picture 4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90628" y="1340768"/>
            <a:ext cx="2933700" cy="1771650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5125" name="Picture 5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7904" y="3645024"/>
            <a:ext cx="2228850" cy="1085850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5126" name="Picture 6" descr="C:\Users\Araik\Desktop\Untitled.png"/>
          <p:cNvPicPr>
            <a:picLocks noChangeAspect="1" noChangeArrowheads="1"/>
          </p:cNvPicPr>
          <p:nvPr/>
        </p:nvPicPr>
        <p:blipFill>
          <a:blip r:embed="rId5" cstate="print"/>
          <a:srcRect b="2603"/>
          <a:stretch>
            <a:fillRect/>
          </a:stretch>
        </p:blipFill>
        <p:spPr bwMode="auto">
          <a:xfrm>
            <a:off x="6228184" y="3356992"/>
            <a:ext cx="2266950" cy="1512168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5127" name="Picture 7" descr="C:\Users\Araik\Desktop\Untitled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72000" y="5013176"/>
            <a:ext cx="2362200" cy="155257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5" name="TextBox 24"/>
          <p:cNvSpPr txBox="1"/>
          <p:nvPr/>
        </p:nvSpPr>
        <p:spPr>
          <a:xfrm>
            <a:off x="7092280" y="6926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Div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14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412776"/>
            <a:ext cx="7726362" cy="38385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988840"/>
            <a:ext cx="8269288" cy="258127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Task2: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Task3: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7170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t="1410"/>
          <a:stretch>
            <a:fillRect/>
          </a:stretch>
        </p:blipFill>
        <p:spPr bwMode="auto">
          <a:xfrm>
            <a:off x="1619672" y="1124744"/>
            <a:ext cx="6771348" cy="50362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Araik\Desktop\u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476672"/>
            <a:ext cx="4464496" cy="5947813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Task4: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2486</TotalTime>
  <Words>140</Words>
  <Application>Microsoft Office PowerPoint</Application>
  <PresentationFormat>Экран (4:3)</PresentationFormat>
  <Paragraphs>38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143</cp:revision>
  <dcterms:created xsi:type="dcterms:W3CDTF">2013-08-16T08:22:25Z</dcterms:created>
  <dcterms:modified xsi:type="dcterms:W3CDTF">2016-11-18T13:21:14Z</dcterms:modified>
</cp:coreProperties>
</file>