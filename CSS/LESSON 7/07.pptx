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9"/>
  </p:notesMasterIdLst>
  <p:sldIdLst>
    <p:sldId id="257" r:id="rId2"/>
    <p:sldId id="275" r:id="rId3"/>
    <p:sldId id="276" r:id="rId4"/>
    <p:sldId id="273" r:id="rId5"/>
    <p:sldId id="261" r:id="rId6"/>
    <p:sldId id="272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79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10/5/2016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pr_dim_max-height.asp" TargetMode="External"/><Relationship Id="rId7" Type="http://schemas.openxmlformats.org/officeDocument/2006/relationships/hyperlink" Target="http://www.w3schools.com/cssref/pr_dim_width.asp" TargetMode="External"/><Relationship Id="rId2" Type="http://schemas.openxmlformats.org/officeDocument/2006/relationships/hyperlink" Target="http://www.w3schools.com/cssref/pr_dim_height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3schools.com/cssref/pr_dim_min-width.asp" TargetMode="External"/><Relationship Id="rId5" Type="http://schemas.openxmlformats.org/officeDocument/2006/relationships/hyperlink" Target="http://www.w3schools.com/cssref/pr_dim_min-height.asp" TargetMode="External"/><Relationship Id="rId4" Type="http://schemas.openxmlformats.org/officeDocument/2006/relationships/hyperlink" Target="http://www.w3schools.com/cssref/pr_dim_max-width.as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7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Dimension</a:t>
            </a:r>
            <a:endParaRPr lang="en-US" sz="48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71600" y="1196753"/>
          <a:ext cx="5759198" cy="47249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238537"/>
                <a:gridCol w="3282124"/>
                <a:gridCol w="1238537"/>
              </a:tblGrid>
              <a:tr h="26458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Property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5607" marR="15607" marT="15607" marB="15607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5607" marR="15607" marT="15607" marB="15607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Values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verdana"/>
                      </a:endParaRPr>
                    </a:p>
                  </a:txBody>
                  <a:tcPr marL="15607" marR="15607" marT="15607" marB="15607"/>
                </a:tc>
              </a:tr>
              <a:tr h="383489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2"/>
                        </a:rPr>
                        <a:t>height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height of an element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auto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</a:tr>
              <a:tr h="515241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3"/>
                        </a:rPr>
                        <a:t>max-height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maximum height of an element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none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</a:tr>
              <a:tr h="548818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4"/>
                        </a:rPr>
                        <a:t>max-width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maximum width of an element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none</a:t>
                      </a:r>
                      <a:br>
                        <a:rPr lang="en-US" sz="1200" b="1"/>
                      </a:br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</a:tr>
              <a:tr h="426257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5"/>
                        </a:rPr>
                        <a:t>min-height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Sets the minimum height of an element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</a:tr>
              <a:tr h="426257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6"/>
                        </a:rPr>
                        <a:t>min-width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Sets the minimum width of an element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length</a:t>
                      </a:r>
                      <a:br>
                        <a:rPr lang="en-US" sz="1200" b="1"/>
                      </a:br>
                      <a:r>
                        <a:rPr lang="en-US" sz="1200" b="1"/>
                        <a:t>%</a:t>
                      </a:r>
                      <a:br>
                        <a:rPr lang="en-US" sz="1200" b="1"/>
                      </a:br>
                      <a:r>
                        <a:rPr lang="en-US" sz="1200" b="1"/>
                        <a:t>inherit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</a:tr>
              <a:tr h="548818">
                <a:tc>
                  <a:txBody>
                    <a:bodyPr/>
                    <a:lstStyle/>
                    <a:p>
                      <a:pPr fontAlgn="t"/>
                      <a:r>
                        <a:rPr lang="en-US" sz="1200" b="1">
                          <a:hlinkClick r:id="rId7"/>
                        </a:rPr>
                        <a:t>width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/>
                        <a:t>Sets the width of an element</a:t>
                      </a:r>
                      <a:endParaRPr lang="en-US" sz="1200" b="1">
                        <a:latin typeface="verdana"/>
                      </a:endParaRPr>
                    </a:p>
                  </a:txBody>
                  <a:tcPr marL="26011" marR="26011" marT="36416" marB="36416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/>
                        <a:t>auto</a:t>
                      </a:r>
                      <a:br>
                        <a:rPr lang="en-US" sz="1200" b="1" dirty="0"/>
                      </a:br>
                      <a:r>
                        <a:rPr lang="en-US" sz="1200" b="1" dirty="0"/>
                        <a:t>length</a:t>
                      </a:r>
                      <a:br>
                        <a:rPr lang="en-US" sz="1200" b="1" dirty="0"/>
                      </a:br>
                      <a:r>
                        <a:rPr lang="en-US" sz="1200" b="1" dirty="0"/>
                        <a:t>%</a:t>
                      </a:r>
                      <a:br>
                        <a:rPr lang="en-US" sz="1200" b="1" dirty="0"/>
                      </a:br>
                      <a:r>
                        <a:rPr lang="en-US" sz="1200" b="1" dirty="0"/>
                        <a:t>inherit</a:t>
                      </a:r>
                      <a:endParaRPr lang="en-US" sz="1200" b="1" dirty="0">
                        <a:latin typeface="verdana"/>
                      </a:endParaRPr>
                    </a:p>
                  </a:txBody>
                  <a:tcPr marL="26011" marR="26011" marT="36416" marB="36416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Dimension</a:t>
            </a:r>
            <a:endParaRPr lang="en-US" sz="4800" dirty="0" smtClean="0"/>
          </a:p>
        </p:txBody>
      </p:sp>
      <p:pic>
        <p:nvPicPr>
          <p:cNvPr id="10241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95936" y="1340768"/>
            <a:ext cx="4610100" cy="1924050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pic>
        <p:nvPicPr>
          <p:cNvPr id="10242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44824"/>
            <a:ext cx="2419350" cy="1371600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pic>
        <p:nvPicPr>
          <p:cNvPr id="10243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3861048"/>
            <a:ext cx="4527302" cy="2618461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2" name="TextBox 11"/>
          <p:cNvSpPr txBox="1"/>
          <p:nvPr/>
        </p:nvSpPr>
        <p:spPr>
          <a:xfrm>
            <a:off x="683568" y="400506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Left-Right-Up Arrow 14"/>
          <p:cNvSpPr/>
          <p:nvPr/>
        </p:nvSpPr>
        <p:spPr>
          <a:xfrm rot="3793825">
            <a:off x="3076415" y="2804007"/>
            <a:ext cx="833479" cy="74592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724128" y="47667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Max-height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Dimension</a:t>
            </a:r>
            <a:endParaRPr lang="en-US" sz="48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683568" y="400506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1560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9" name="Left-Right-Up Arrow 18"/>
          <p:cNvSpPr/>
          <p:nvPr/>
        </p:nvSpPr>
        <p:spPr>
          <a:xfrm rot="3793825">
            <a:off x="3307801" y="2443967"/>
            <a:ext cx="833479" cy="74592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364088" y="1052736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Min-height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921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2390775" cy="1333500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  <p:pic>
        <p:nvPicPr>
          <p:cNvPr id="9220" name="Picture 4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8013" y="4032250"/>
            <a:ext cx="6164262" cy="2428875"/>
          </a:xfrm>
          <a:prstGeom prst="rect">
            <a:avLst/>
          </a:prstGeom>
          <a:noFill/>
          <a:effectLst>
            <a:glow rad="101600">
              <a:srgbClr val="00B050">
                <a:alpha val="60000"/>
              </a:srgbClr>
            </a:glow>
          </a:effectLst>
        </p:spPr>
      </p:pic>
      <p:pic>
        <p:nvPicPr>
          <p:cNvPr id="9221" name="Picture 5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1916832"/>
            <a:ext cx="4400550" cy="685800"/>
          </a:xfrm>
          <a:prstGeom prst="rect">
            <a:avLst/>
          </a:prstGeom>
          <a:noFill/>
          <a:effectLst>
            <a:glow rad="101600">
              <a:srgbClr val="FFC00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Visibility</a:t>
            </a:r>
            <a:endParaRPr lang="en-US" sz="48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83568" y="400506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1560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5" name="Left-Right-Up Arrow 14"/>
          <p:cNvSpPr/>
          <p:nvPr/>
        </p:nvSpPr>
        <p:spPr>
          <a:xfrm rot="3793825">
            <a:off x="2803745" y="3092040"/>
            <a:ext cx="833479" cy="74592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653136"/>
            <a:ext cx="6202363" cy="107632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195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700808"/>
            <a:ext cx="3686175" cy="1543050"/>
          </a:xfrm>
          <a:prstGeom prst="rect">
            <a:avLst/>
          </a:prstGeom>
          <a:noFill/>
          <a:effectLst>
            <a:glow rad="101600">
              <a:srgbClr val="002060">
                <a:alpha val="60000"/>
              </a:srgbClr>
            </a:glow>
          </a:effectLst>
        </p:spPr>
      </p:pic>
      <p:pic>
        <p:nvPicPr>
          <p:cNvPr id="8196" name="Picture 4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2060848"/>
            <a:ext cx="2981325" cy="590550"/>
          </a:xfrm>
          <a:prstGeom prst="rect">
            <a:avLst/>
          </a:prstGeom>
          <a:noFill/>
          <a:effectLst>
            <a:glow rad="101600">
              <a:srgbClr val="7030A0">
                <a:alpha val="60000"/>
              </a:srgb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031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Display</a:t>
            </a:r>
            <a:endParaRPr lang="en-US" sz="4800" dirty="0" smtClean="0"/>
          </a:p>
        </p:txBody>
      </p:sp>
      <p:sp>
        <p:nvSpPr>
          <p:cNvPr id="26" name="Rectangle 25"/>
          <p:cNvSpPr/>
          <p:nvPr/>
        </p:nvSpPr>
        <p:spPr>
          <a:xfrm>
            <a:off x="971600" y="1628800"/>
            <a:ext cx="6552728" cy="1200329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</a:rPr>
              <a:t>display: </a:t>
            </a:r>
            <a:r>
              <a:rPr lang="en-US" b="1" dirty="0" smtClean="0">
                <a:solidFill>
                  <a:srgbClr val="00B050"/>
                </a:solidFill>
              </a:rPr>
              <a:t>block | inline | inline-block | inline-table | list-item | none | table | table-caption | table-cell | table-column-group | table-column | table-footer-group | table-header-group | table-row | </a:t>
            </a:r>
            <a:r>
              <a:rPr lang="en-US" b="1" dirty="0" err="1" smtClean="0">
                <a:solidFill>
                  <a:srgbClr val="00B050"/>
                </a:solidFill>
              </a:rPr>
              <a:t>table-row-group|flex|inline-flex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169" name="Picture 1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645024"/>
            <a:ext cx="2438400" cy="33337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</p:pic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725144"/>
            <a:ext cx="6269038" cy="1133475"/>
          </a:xfrm>
          <a:prstGeom prst="rect">
            <a:avLst/>
          </a:prstGeom>
          <a:noFill/>
          <a:effectLst>
            <a:glow rad="101600">
              <a:srgbClr val="0070C0">
                <a:alpha val="60000"/>
              </a:srgbClr>
            </a:glow>
          </a:effectLst>
        </p:spPr>
      </p:pic>
      <p:pic>
        <p:nvPicPr>
          <p:cNvPr id="7171" name="Picture 3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284984"/>
            <a:ext cx="3429000" cy="981075"/>
          </a:xfrm>
          <a:prstGeom prst="rect">
            <a:avLst/>
          </a:prstGeom>
          <a:noFill/>
          <a:effectLst>
            <a:glow rad="101600">
              <a:srgbClr val="00B0F0">
                <a:alpha val="60000"/>
              </a:srgbClr>
            </a:glow>
          </a:effectLst>
        </p:spPr>
      </p:pic>
      <p:sp>
        <p:nvSpPr>
          <p:cNvPr id="27" name="Left-Right-Up Arrow 26"/>
          <p:cNvSpPr/>
          <p:nvPr/>
        </p:nvSpPr>
        <p:spPr>
          <a:xfrm rot="3793825">
            <a:off x="3451817" y="3740111"/>
            <a:ext cx="833479" cy="745929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899592" y="422108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3528" y="30689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5" name="Picture 4" descr="C:\Users\Araik\Desktop\d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620688"/>
            <a:ext cx="5760640" cy="56130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2572</TotalTime>
  <Words>111</Words>
  <Application>Microsoft Office PowerPoint</Application>
  <PresentationFormat>Экран (4:3)</PresentationFormat>
  <Paragraphs>40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166</cp:revision>
  <dcterms:created xsi:type="dcterms:W3CDTF">2013-08-16T08:22:25Z</dcterms:created>
  <dcterms:modified xsi:type="dcterms:W3CDTF">2016-10-05T11:02:57Z</dcterms:modified>
</cp:coreProperties>
</file>