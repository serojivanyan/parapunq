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57" r:id="rId2"/>
    <p:sldId id="275" r:id="rId3"/>
    <p:sldId id="276" r:id="rId4"/>
    <p:sldId id="273" r:id="rId5"/>
    <p:sldId id="261" r:id="rId6"/>
    <p:sldId id="262" r:id="rId7"/>
    <p:sldId id="272" r:id="rId8"/>
    <p:sldId id="277" r:id="rId9"/>
    <p:sldId id="260" r:id="rId10"/>
    <p:sldId id="278" r:id="rId11"/>
    <p:sldId id="258" r:id="rId12"/>
    <p:sldId id="27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19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ref/pr_class_float.asp" TargetMode="External"/><Relationship Id="rId2" Type="http://schemas.openxmlformats.org/officeDocument/2006/relationships/hyperlink" Target="http://www.w3schools.com/cssref/pr_class_clear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9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Float</a:t>
            </a:r>
            <a:endParaRPr lang="en-US" sz="48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755576" y="1196752"/>
            <a:ext cx="7200800" cy="646331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With CSS float, an element can be pushed to the left or right, allowing other elements to wrap around it.</a:t>
            </a:r>
            <a:endParaRPr 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87624" y="2492896"/>
          <a:ext cx="6192688" cy="321112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29655"/>
                <a:gridCol w="2803006"/>
                <a:gridCol w="1760027"/>
              </a:tblGrid>
              <a:tr h="780153"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Property</a:t>
                      </a:r>
                      <a:endParaRPr lang="en-US" sz="28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28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Values</a:t>
                      </a:r>
                      <a:endParaRPr lang="en-US" sz="28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</a:tr>
              <a:tr h="1334027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hlinkClick r:id="rId2"/>
                        </a:rPr>
                        <a:t>clear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Specifies which sides of an element where other floating elements are not allowed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left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right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both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none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inherit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1090863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hlinkClick r:id="rId3"/>
                        </a:rPr>
                        <a:t>float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Specifies whether or not a box should float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left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right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none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inherit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Float</a:t>
            </a:r>
            <a:endParaRPr lang="en-US" sz="4800" dirty="0" smtClean="0"/>
          </a:p>
        </p:txBody>
      </p:sp>
      <p:pic>
        <p:nvPicPr>
          <p:cNvPr id="13313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700808"/>
            <a:ext cx="2028825" cy="828675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  <p:sp>
        <p:nvSpPr>
          <p:cNvPr id="13" name="TextBox 12"/>
          <p:cNvSpPr txBox="1"/>
          <p:nvPr/>
        </p:nvSpPr>
        <p:spPr>
          <a:xfrm>
            <a:off x="395536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3314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356992"/>
            <a:ext cx="5945187" cy="2819400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  <p:pic>
        <p:nvPicPr>
          <p:cNvPr id="13315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620688"/>
            <a:ext cx="4169668" cy="1844276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7" name="Left-Right-Up Arrow 16"/>
          <p:cNvSpPr/>
          <p:nvPr/>
        </p:nvSpPr>
        <p:spPr>
          <a:xfrm rot="2991417">
            <a:off x="3747029" y="2567666"/>
            <a:ext cx="662215" cy="598548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Float</a:t>
            </a:r>
            <a:endParaRPr lang="en-US" sz="4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467544" y="407707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26876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5" name="Left-Right-Up Arrow 14"/>
          <p:cNvSpPr/>
          <p:nvPr/>
        </p:nvSpPr>
        <p:spPr>
          <a:xfrm rot="2991417">
            <a:off x="4107070" y="3143729"/>
            <a:ext cx="662215" cy="598548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8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1772816"/>
            <a:ext cx="4572000" cy="971550"/>
          </a:xfrm>
          <a:prstGeom prst="rect">
            <a:avLst/>
          </a:prstGeom>
          <a:noFill/>
        </p:spPr>
      </p:pic>
      <p:pic>
        <p:nvPicPr>
          <p:cNvPr id="1229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844824"/>
            <a:ext cx="2771775" cy="1857375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12291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63688" y="4437112"/>
            <a:ext cx="5248275" cy="1743075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Float</a:t>
            </a:r>
            <a:endParaRPr lang="en-US" sz="4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971600" y="436510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1247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1" name="Left-Right-Up Arrow 10"/>
          <p:cNvSpPr/>
          <p:nvPr/>
        </p:nvSpPr>
        <p:spPr>
          <a:xfrm rot="2991417">
            <a:off x="4035062" y="2855698"/>
            <a:ext cx="662215" cy="598548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5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1124744"/>
            <a:ext cx="4572000" cy="1257300"/>
          </a:xfrm>
          <a:prstGeom prst="rect">
            <a:avLst/>
          </a:prstGeom>
          <a:noFill/>
        </p:spPr>
      </p:pic>
      <p:pic>
        <p:nvPicPr>
          <p:cNvPr id="11266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556792"/>
            <a:ext cx="2743200" cy="2009775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  <p:pic>
        <p:nvPicPr>
          <p:cNvPr id="11267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3808" y="3789040"/>
            <a:ext cx="4314453" cy="2774168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Float</a:t>
            </a:r>
            <a:endParaRPr lang="en-US" sz="48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971600" y="436510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7544" y="11247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0" name="Left-Right-Up Arrow 19"/>
          <p:cNvSpPr/>
          <p:nvPr/>
        </p:nvSpPr>
        <p:spPr>
          <a:xfrm rot="2991417">
            <a:off x="4323093" y="3143730"/>
            <a:ext cx="662215" cy="598548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1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268760"/>
            <a:ext cx="4381500" cy="1409700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0242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556792"/>
            <a:ext cx="3362325" cy="232410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10243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3768" y="4221088"/>
            <a:ext cx="5840413" cy="2114550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Overflow</a:t>
            </a:r>
            <a:endParaRPr lang="en-US" sz="4800" dirty="0" smtClean="0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187624" y="2348880"/>
          <a:ext cx="6768752" cy="35657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76847"/>
                <a:gridCol w="5691905"/>
              </a:tblGrid>
              <a:tr h="29382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>
                          <a:solidFill>
                            <a:schemeClr val="accent2"/>
                          </a:solidFill>
                        </a:rPr>
                        <a:t>Value</a:t>
                      </a:r>
                      <a:endParaRPr lang="en-US" sz="16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</a:tr>
              <a:tr h="604534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visible</a:t>
                      </a:r>
                      <a:endParaRPr lang="en-US" sz="16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The overflow is not clipped. It renders outside the element's box. This is default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604534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hidden</a:t>
                      </a:r>
                      <a:endParaRPr lang="en-US" sz="16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The overflow is clipped, and the rest of the content will be invisible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604534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scroll</a:t>
                      </a:r>
                      <a:endParaRPr lang="en-US" sz="16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The overflow is clipped, but a scroll-bar is added to see the rest of the content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604534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auto</a:t>
                      </a:r>
                      <a:endParaRPr lang="en-US" sz="16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If overflow is clipped, a scroll-bar should be added to see the rest of the content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847699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inherit</a:t>
                      </a:r>
                      <a:endParaRPr lang="en-US" sz="16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Specifies that the value of the overflow property should be inherited from the parent element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1547664" y="1268760"/>
            <a:ext cx="5616624" cy="646331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overflow property specifies what happens if content overflows an element's box.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Overflow</a:t>
            </a:r>
            <a:endParaRPr lang="en-US" sz="48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5580112" y="90872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1247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8193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3600" y="1412776"/>
            <a:ext cx="5830888" cy="1952625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  <p:pic>
        <p:nvPicPr>
          <p:cNvPr id="8194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 r="5660" b="11154"/>
          <a:stretch>
            <a:fillRect/>
          </a:stretch>
        </p:blipFill>
        <p:spPr bwMode="auto">
          <a:xfrm>
            <a:off x="251520" y="1556792"/>
            <a:ext cx="2722711" cy="1260921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  <p:pic>
        <p:nvPicPr>
          <p:cNvPr id="8195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509120"/>
            <a:ext cx="1885950" cy="26670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8196" name="Picture 4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76056" y="3789040"/>
            <a:ext cx="2686050" cy="1876425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sp>
        <p:nvSpPr>
          <p:cNvPr id="16" name="Right Arrow 15"/>
          <p:cNvSpPr/>
          <p:nvPr/>
        </p:nvSpPr>
        <p:spPr>
          <a:xfrm>
            <a:off x="3275856" y="4509120"/>
            <a:ext cx="122413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Overflow</a:t>
            </a:r>
            <a:endParaRPr lang="en-US" sz="4800" dirty="0" smtClean="0"/>
          </a:p>
        </p:txBody>
      </p:sp>
      <p:sp>
        <p:nvSpPr>
          <p:cNvPr id="19" name="Right Arrow 18"/>
          <p:cNvSpPr/>
          <p:nvPr/>
        </p:nvSpPr>
        <p:spPr>
          <a:xfrm>
            <a:off x="2843808" y="1916832"/>
            <a:ext cx="122413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6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916832"/>
            <a:ext cx="1828800" cy="219075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17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1628800"/>
            <a:ext cx="2609850" cy="904875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7171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210" y="3177530"/>
            <a:ext cx="1733550" cy="24765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1" name="Right Arrow 20"/>
          <p:cNvSpPr/>
          <p:nvPr/>
        </p:nvSpPr>
        <p:spPr>
          <a:xfrm>
            <a:off x="3131840" y="3177530"/>
            <a:ext cx="122413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4048" y="2961506"/>
            <a:ext cx="2619375" cy="97155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7173" name="Picture 5" descr="C:\Users\Araik\Desktop\Untitled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3568" y="4646265"/>
            <a:ext cx="1552575" cy="22860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4" name="Right Arrow 23"/>
          <p:cNvSpPr/>
          <p:nvPr/>
        </p:nvSpPr>
        <p:spPr>
          <a:xfrm>
            <a:off x="2699792" y="4718273"/>
            <a:ext cx="122413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4" name="Picture 6" descr="C:\Users\Araik\Desktop\Untitled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04048" y="4430241"/>
            <a:ext cx="2609850" cy="942975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Aligning</a:t>
            </a:r>
            <a:endParaRPr lang="en-US" sz="4800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2051720" y="1196752"/>
            <a:ext cx="489654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Center Aligning Using the margin Property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1560" y="400506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9552" y="184482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6" name="Left-Right-Up Arrow 25"/>
          <p:cNvSpPr/>
          <p:nvPr/>
        </p:nvSpPr>
        <p:spPr>
          <a:xfrm rot="2991417">
            <a:off x="3891045" y="2999714"/>
            <a:ext cx="662215" cy="598548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5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276872"/>
            <a:ext cx="2571750" cy="1371600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  <p:pic>
        <p:nvPicPr>
          <p:cNvPr id="6146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4437112"/>
            <a:ext cx="6240463" cy="1800225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  <p:pic>
        <p:nvPicPr>
          <p:cNvPr id="6147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 b="21099"/>
          <a:stretch>
            <a:fillRect/>
          </a:stretch>
        </p:blipFill>
        <p:spPr bwMode="auto">
          <a:xfrm>
            <a:off x="4139952" y="1916832"/>
            <a:ext cx="4592638" cy="792088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5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8198193" cy="374679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Task2: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9699" name="Picture 3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96752"/>
            <a:ext cx="7213923" cy="47547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2843</TotalTime>
  <Words>190</Words>
  <Application>Microsoft Office PowerPoint</Application>
  <PresentationFormat>Экран (4:3)</PresentationFormat>
  <Paragraphs>49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189</cp:revision>
  <dcterms:created xsi:type="dcterms:W3CDTF">2013-08-16T08:22:25Z</dcterms:created>
  <dcterms:modified xsi:type="dcterms:W3CDTF">2016-11-23T13:09:35Z</dcterms:modified>
</cp:coreProperties>
</file>