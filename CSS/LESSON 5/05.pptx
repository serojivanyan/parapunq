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7" r:id="rId2"/>
    <p:sldId id="273" r:id="rId3"/>
    <p:sldId id="261" r:id="rId4"/>
    <p:sldId id="272" r:id="rId5"/>
    <p:sldId id="274" r:id="rId6"/>
    <p:sldId id="271" r:id="rId7"/>
    <p:sldId id="260" r:id="rId8"/>
    <p:sldId id="263" r:id="rId9"/>
    <p:sldId id="258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8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5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539552" y="1340768"/>
            <a:ext cx="3708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CSS list properties allow you to: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03648" y="2060848"/>
            <a:ext cx="5400600" cy="1225276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Set different list item markers for ordered lists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Set different list item markers for unordered lists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Set an image as the list item marker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3786190"/>
            <a:ext cx="1950318" cy="145877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5868144" y="9807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27089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2052" name="Picture 4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3140968"/>
            <a:ext cx="6249988" cy="319087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053" name="Picture 5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t="18000" b="10001"/>
          <a:stretch>
            <a:fillRect/>
          </a:stretch>
        </p:blipFill>
        <p:spPr bwMode="auto">
          <a:xfrm>
            <a:off x="732507" y="2239734"/>
            <a:ext cx="2638425" cy="28803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054" name="Picture 6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87824" y="1578924"/>
            <a:ext cx="2880320" cy="330359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055" name="Picture 7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24128" y="2276872"/>
            <a:ext cx="2520280" cy="330037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1" name="TextBox 20"/>
          <p:cNvSpPr txBox="1"/>
          <p:nvPr/>
        </p:nvSpPr>
        <p:spPr>
          <a:xfrm>
            <a:off x="467544" y="980728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solidFill>
                  <a:schemeClr val="accent2"/>
                </a:solidFill>
              </a:rPr>
              <a:t>List – style- type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851920" y="9087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1560" y="27089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07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3140968"/>
            <a:ext cx="6164263" cy="3152775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07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44824"/>
            <a:ext cx="3057525" cy="314325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076" name="Picture 4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1340768"/>
            <a:ext cx="3067050" cy="2571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77" name="Picture 5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8104" y="836712"/>
            <a:ext cx="3152775" cy="28575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78" name="Picture 6" descr="C:\Users\Araik\Desktop\Untitled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79554" y="2458670"/>
            <a:ext cx="2724150" cy="26670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80" name="Picture 8" descr="C:\Users\Araik\Desktop\Untitled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7544" y="2348880"/>
            <a:ext cx="3143250" cy="276225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4" name="TextBox 23"/>
          <p:cNvSpPr txBox="1"/>
          <p:nvPr/>
        </p:nvSpPr>
        <p:spPr>
          <a:xfrm>
            <a:off x="467544" y="1124744"/>
            <a:ext cx="317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solidFill>
                  <a:schemeClr val="accent2"/>
                </a:solidFill>
              </a:rPr>
              <a:t>List – style- type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980728"/>
            <a:ext cx="3747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solidFill>
                  <a:schemeClr val="accent2"/>
                </a:solidFill>
              </a:rPr>
              <a:t>List – style- position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3362325" cy="5238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1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692696"/>
            <a:ext cx="3305175" cy="25812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8" name="TextBox 17"/>
          <p:cNvSpPr txBox="1"/>
          <p:nvPr/>
        </p:nvSpPr>
        <p:spPr>
          <a:xfrm>
            <a:off x="755576" y="27809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7173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606" y="3429000"/>
            <a:ext cx="4994474" cy="205452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4" name="Picture 6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6136" y="4005064"/>
            <a:ext cx="2466975" cy="1809750"/>
          </a:xfrm>
          <a:prstGeom prst="rect">
            <a:avLst/>
          </a:prstGeom>
          <a:noFill/>
          <a:effectLst>
            <a:glow rad="139700">
              <a:schemeClr val="accent6">
                <a:alpha val="40000"/>
              </a:schemeClr>
            </a:glow>
          </a:effectLst>
        </p:spPr>
      </p:pic>
      <p:sp>
        <p:nvSpPr>
          <p:cNvPr id="21" name="TextBox 20"/>
          <p:cNvSpPr txBox="1"/>
          <p:nvPr/>
        </p:nvSpPr>
        <p:spPr>
          <a:xfrm>
            <a:off x="6228184" y="429309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item1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6380584" y="444549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item2</a:t>
            </a:r>
            <a:endParaRPr lang="en-US" sz="1050" dirty="0"/>
          </a:p>
        </p:txBody>
      </p:sp>
      <p:sp>
        <p:nvSpPr>
          <p:cNvPr id="24" name="TextBox 23"/>
          <p:cNvSpPr txBox="1"/>
          <p:nvPr/>
        </p:nvSpPr>
        <p:spPr>
          <a:xfrm>
            <a:off x="6532984" y="459789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item3</a:t>
            </a:r>
            <a:endParaRPr lang="en-US" sz="1050" dirty="0"/>
          </a:p>
        </p:txBody>
      </p:sp>
      <p:sp>
        <p:nvSpPr>
          <p:cNvPr id="25" name="TextBox 24"/>
          <p:cNvSpPr txBox="1"/>
          <p:nvPr/>
        </p:nvSpPr>
        <p:spPr>
          <a:xfrm>
            <a:off x="6355432" y="514042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item1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6804248" y="547164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item3</a:t>
            </a:r>
            <a:endParaRPr lang="en-US" sz="1050" dirty="0"/>
          </a:p>
        </p:txBody>
      </p:sp>
      <p:sp>
        <p:nvSpPr>
          <p:cNvPr id="27" name="TextBox 26"/>
          <p:cNvSpPr txBox="1"/>
          <p:nvPr/>
        </p:nvSpPr>
        <p:spPr>
          <a:xfrm>
            <a:off x="6588224" y="530120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050" dirty="0" smtClean="0"/>
              <a:t>item2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23528" y="184482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28529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03648" y="1484784"/>
            <a:ext cx="3451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An Image as The List Item Marker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09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276872"/>
            <a:ext cx="4048125" cy="28575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2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3068960"/>
            <a:ext cx="6249988" cy="3190875"/>
          </a:xfrm>
          <a:prstGeom prst="rect">
            <a:avLst/>
          </a:prstGeom>
          <a:noFill/>
          <a:effectLst>
            <a:glow rad="139700">
              <a:srgbClr val="0070C0">
                <a:alpha val="40000"/>
              </a:srgbClr>
            </a:glow>
          </a:effectLst>
        </p:spPr>
      </p:pic>
      <p:pic>
        <p:nvPicPr>
          <p:cNvPr id="23" name="Picture 2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 b="16084"/>
          <a:stretch>
            <a:fillRect/>
          </a:stretch>
        </p:blipFill>
        <p:spPr bwMode="auto">
          <a:xfrm>
            <a:off x="6012160" y="1340768"/>
            <a:ext cx="1950318" cy="122413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4" name="TextBox 23"/>
          <p:cNvSpPr txBox="1"/>
          <p:nvPr/>
        </p:nvSpPr>
        <p:spPr>
          <a:xfrm>
            <a:off x="467544" y="98072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solidFill>
                  <a:schemeClr val="accent2"/>
                </a:solidFill>
              </a:rPr>
              <a:t>List </a:t>
            </a:r>
            <a:r>
              <a:rPr lang="en-US" sz="2400" b="1" dirty="0" smtClean="0">
                <a:solidFill>
                  <a:schemeClr val="accent2"/>
                </a:solidFill>
              </a:rPr>
              <a:t>– </a:t>
            </a:r>
            <a:r>
              <a:rPr lang="hy-AM" sz="2400" b="1" dirty="0" smtClean="0">
                <a:solidFill>
                  <a:schemeClr val="accent2"/>
                </a:solidFill>
              </a:rPr>
              <a:t>style</a:t>
            </a:r>
            <a:r>
              <a:rPr lang="en-US" sz="2400" b="1" dirty="0" smtClean="0">
                <a:solidFill>
                  <a:schemeClr val="accent2"/>
                </a:solidFill>
              </a:rPr>
              <a:t> -</a:t>
            </a:r>
            <a:r>
              <a:rPr lang="hy-AM" sz="2400" b="1" dirty="0" smtClean="0">
                <a:solidFill>
                  <a:schemeClr val="accent2"/>
                </a:solidFill>
              </a:rPr>
              <a:t> image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827584" y="1268760"/>
            <a:ext cx="2698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List - Shorthand 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132856"/>
            <a:ext cx="4124325" cy="35242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7" name="Rectangle 16"/>
          <p:cNvSpPr/>
          <p:nvPr/>
        </p:nvSpPr>
        <p:spPr>
          <a:xfrm>
            <a:off x="1835696" y="3068960"/>
            <a:ext cx="2664296" cy="923330"/>
          </a:xfrm>
          <a:prstGeom prst="rect">
            <a:avLst/>
          </a:prstGeom>
          <a:effectLst>
            <a:glow rad="101600">
              <a:srgbClr val="92D05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>
                <a:solidFill>
                  <a:srgbClr val="00B050"/>
                </a:solidFill>
              </a:rPr>
              <a:t>list-style-type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>
                <a:solidFill>
                  <a:srgbClr val="00B050"/>
                </a:solidFill>
              </a:rPr>
              <a:t>list-style-position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>
                <a:solidFill>
                  <a:srgbClr val="00B050"/>
                </a:solidFill>
              </a:rPr>
              <a:t>list-style-image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Lists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19361"/>
          <a:stretch>
            <a:fillRect/>
          </a:stretch>
        </p:blipFill>
        <p:spPr bwMode="auto">
          <a:xfrm>
            <a:off x="755576" y="1772816"/>
            <a:ext cx="6126163" cy="576064"/>
          </a:xfrm>
          <a:prstGeom prst="rect">
            <a:avLst/>
          </a:prstGeom>
          <a:noFill/>
        </p:spPr>
      </p:pic>
      <p:pic>
        <p:nvPicPr>
          <p:cNvPr id="8196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808337"/>
            <a:ext cx="2628900" cy="1628775"/>
          </a:xfrm>
          <a:prstGeom prst="rect">
            <a:avLst/>
          </a:prstGeom>
          <a:noFill/>
          <a:effectLst>
            <a:glow rad="101600">
              <a:srgbClr val="92D050">
                <a:alpha val="60000"/>
              </a:srgbClr>
            </a:glow>
          </a:effectLst>
        </p:spPr>
      </p:pic>
      <p:pic>
        <p:nvPicPr>
          <p:cNvPr id="8197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2606005"/>
            <a:ext cx="3219450" cy="3343275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sp>
        <p:nvSpPr>
          <p:cNvPr id="17" name="TextBox 16"/>
          <p:cNvSpPr txBox="1"/>
          <p:nvPr/>
        </p:nvSpPr>
        <p:spPr>
          <a:xfrm>
            <a:off x="467544" y="98072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solidFill>
                  <a:schemeClr val="accent2"/>
                </a:solidFill>
              </a:rPr>
              <a:t>N</a:t>
            </a:r>
            <a:r>
              <a:rPr lang="en-US" sz="2400" b="1" dirty="0" smtClean="0">
                <a:solidFill>
                  <a:schemeClr val="accent2"/>
                </a:solidFill>
              </a:rPr>
              <a:t>a</a:t>
            </a:r>
            <a:r>
              <a:rPr lang="hy-AM" sz="2400" b="1" dirty="0" smtClean="0">
                <a:solidFill>
                  <a:schemeClr val="accent2"/>
                </a:solidFill>
              </a:rPr>
              <a:t>vigation Bar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188640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9219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96752"/>
            <a:ext cx="4953000" cy="381000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980728"/>
            <a:ext cx="6168245" cy="53283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2060</TotalTime>
  <Words>102</Words>
  <Application>Microsoft Office PowerPoint</Application>
  <PresentationFormat>Экран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122</cp:revision>
  <dcterms:created xsi:type="dcterms:W3CDTF">2013-08-16T08:22:25Z</dcterms:created>
  <dcterms:modified xsi:type="dcterms:W3CDTF">2016-11-18T13:00:11Z</dcterms:modified>
</cp:coreProperties>
</file>