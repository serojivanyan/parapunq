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2"/>
  </p:notesMasterIdLst>
  <p:sldIdLst>
    <p:sldId id="257" r:id="rId2"/>
    <p:sldId id="273" r:id="rId3"/>
    <p:sldId id="261" r:id="rId4"/>
    <p:sldId id="272" r:id="rId5"/>
    <p:sldId id="271" r:id="rId6"/>
    <p:sldId id="262" r:id="rId7"/>
    <p:sldId id="260" r:id="rId8"/>
    <p:sldId id="263" r:id="rId9"/>
    <p:sldId id="258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7" autoAdjust="0"/>
  </p:normalViewPr>
  <p:slideViewPr>
    <p:cSldViewPr>
      <p:cViewPr varScale="1">
        <p:scale>
          <a:sx n="66" d="100"/>
          <a:sy n="66" d="100"/>
        </p:scale>
        <p:origin x="-2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6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7/1/2016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nverner.a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nverner.a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nverner.a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/tryit.asp?filename=trycss_link2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nverner.a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nverner.am/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11560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4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7" name="Picture 3" descr="C:\Users\Araik\Desktop\imag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836712"/>
            <a:ext cx="3556595" cy="3556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Links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395536" y="1268760"/>
            <a:ext cx="8208912" cy="707886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2"/>
                </a:solidFill>
              </a:rPr>
              <a:t>Links can be styled with any CSS property (e.g. color, font-family, background, etc.).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35696" y="3933056"/>
            <a:ext cx="4572000" cy="1477328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a:link</a:t>
            </a:r>
            <a:r>
              <a:rPr lang="en-US" b="1" dirty="0" smtClean="0">
                <a:solidFill>
                  <a:schemeClr val="accent2"/>
                </a:solidFill>
              </a:rPr>
              <a:t> - a normal, unvisited link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a:visited</a:t>
            </a:r>
            <a:r>
              <a:rPr lang="en-US" b="1" dirty="0" smtClean="0">
                <a:solidFill>
                  <a:schemeClr val="accent2"/>
                </a:solidFill>
              </a:rPr>
              <a:t> - a link the user has visited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a:hover</a:t>
            </a:r>
            <a:r>
              <a:rPr lang="en-US" b="1" dirty="0" smtClean="0">
                <a:solidFill>
                  <a:schemeClr val="accent2"/>
                </a:solidFill>
              </a:rPr>
              <a:t> - a link when the user </a:t>
            </a:r>
            <a:r>
              <a:rPr lang="en-US" b="1" dirty="0" err="1" smtClean="0">
                <a:solidFill>
                  <a:schemeClr val="accent2"/>
                </a:solidFill>
              </a:rPr>
              <a:t>mouses</a:t>
            </a:r>
            <a:r>
              <a:rPr lang="en-US" b="1" dirty="0" smtClean="0">
                <a:solidFill>
                  <a:schemeClr val="accent2"/>
                </a:solidFill>
              </a:rPr>
              <a:t> over it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a:active</a:t>
            </a:r>
            <a:r>
              <a:rPr lang="en-US" b="1" dirty="0" smtClean="0">
                <a:solidFill>
                  <a:schemeClr val="accent2"/>
                </a:solidFill>
              </a:rPr>
              <a:t> - a link the moment it is clicked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71800" y="2924944"/>
            <a:ext cx="3514712" cy="461665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 </a:t>
            </a:r>
            <a:r>
              <a:rPr lang="hy-AM" sz="2400" b="1" dirty="0" smtClean="0">
                <a:solidFill>
                  <a:srgbClr val="00B050"/>
                </a:solidFill>
              </a:rPr>
              <a:t>L</a:t>
            </a:r>
            <a:r>
              <a:rPr lang="en-US" sz="2400" b="1" dirty="0" smtClean="0">
                <a:solidFill>
                  <a:srgbClr val="00B050"/>
                </a:solidFill>
              </a:rPr>
              <a:t>inks </a:t>
            </a:r>
            <a:r>
              <a:rPr lang="hy-AM" sz="2400" b="1" dirty="0" smtClean="0">
                <a:solidFill>
                  <a:srgbClr val="00B050"/>
                </a:solidFill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</a:rPr>
              <a:t> four states</a:t>
            </a:r>
            <a:endParaRPr lang="en-US" sz="24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Links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pic>
        <p:nvPicPr>
          <p:cNvPr id="2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72816"/>
            <a:ext cx="4648200" cy="98107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7" name="TextBox 6"/>
          <p:cNvSpPr txBox="1"/>
          <p:nvPr/>
        </p:nvSpPr>
        <p:spPr>
          <a:xfrm>
            <a:off x="539552" y="126876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292494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675424" y="3513749"/>
            <a:ext cx="8106485" cy="2585323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&lt;!DOCTYPE  html&gt;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&lt;html&gt;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&lt;head&gt;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         &lt;link </a:t>
            </a:r>
            <a:r>
              <a:rPr lang="en-US" b="1" dirty="0" err="1" smtClean="0">
                <a:solidFill>
                  <a:schemeClr val="accent1"/>
                </a:solidFill>
              </a:rPr>
              <a:t>rel</a:t>
            </a:r>
            <a:r>
              <a:rPr lang="en-US" b="1" dirty="0">
                <a:solidFill>
                  <a:srgbClr val="0070C0"/>
                </a:solidFill>
              </a:rPr>
              <a:t>= </a:t>
            </a:r>
            <a:r>
              <a:rPr lang="en-US" b="1" dirty="0" smtClean="0">
                <a:solidFill>
                  <a:srgbClr val="0070C0"/>
                </a:solidFill>
              </a:rPr>
              <a:t>"</a:t>
            </a:r>
            <a:r>
              <a:rPr lang="en-US" b="1" dirty="0" err="1" smtClean="0">
                <a:solidFill>
                  <a:srgbClr val="7030A0"/>
                </a:solidFill>
              </a:rPr>
              <a:t>stylesheet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"  </a:t>
            </a:r>
            <a:r>
              <a:rPr lang="en-US" b="1" dirty="0">
                <a:solidFill>
                  <a:schemeClr val="accent1"/>
                </a:solidFill>
              </a:rPr>
              <a:t>type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text/</a:t>
            </a:r>
            <a:r>
              <a:rPr lang="en-US" b="1" dirty="0" err="1" smtClean="0">
                <a:solidFill>
                  <a:srgbClr val="7030A0"/>
                </a:solidFill>
              </a:rPr>
              <a:t>css</a:t>
            </a:r>
            <a:r>
              <a:rPr lang="en-US" b="1" dirty="0" smtClean="0">
                <a:solidFill>
                  <a:srgbClr val="0070C0"/>
                </a:solidFill>
              </a:rPr>
              <a:t>"  </a:t>
            </a:r>
            <a:r>
              <a:rPr lang="en-US" b="1" dirty="0" err="1" smtClean="0">
                <a:solidFill>
                  <a:schemeClr val="accent1"/>
                </a:solidFill>
              </a:rPr>
              <a:t>href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style.css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          &lt;/head&gt;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       &lt;body&gt;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           &lt;</a:t>
            </a:r>
            <a:r>
              <a:rPr lang="en-US" b="1" dirty="0">
                <a:solidFill>
                  <a:srgbClr val="0070C0"/>
                </a:solidFill>
              </a:rPr>
              <a:t>a </a:t>
            </a:r>
            <a:r>
              <a:rPr lang="en-US" b="1" dirty="0" err="1">
                <a:solidFill>
                  <a:schemeClr val="accent1"/>
                </a:solidFill>
              </a:rPr>
              <a:t>href</a:t>
            </a:r>
            <a:r>
              <a:rPr lang="en-US" b="1" dirty="0">
                <a:solidFill>
                  <a:schemeClr val="accent1"/>
                </a:solidFill>
              </a:rPr>
              <a:t>="</a:t>
            </a:r>
            <a:r>
              <a:rPr lang="en-US" b="1" dirty="0">
                <a:solidFill>
                  <a:schemeClr val="accent1"/>
                </a:solidFill>
                <a:hlinkClick r:id="rId3"/>
              </a:rPr>
              <a:t>http</a:t>
            </a:r>
            <a:r>
              <a:rPr lang="en-US" b="1" dirty="0">
                <a:solidFill>
                  <a:srgbClr val="0070C0"/>
                </a:solidFill>
                <a:hlinkClick r:id="rId3"/>
              </a:rPr>
              <a:t>://nverner.am</a:t>
            </a:r>
            <a:r>
              <a:rPr lang="en-US" b="1" dirty="0">
                <a:solidFill>
                  <a:schemeClr val="accent1"/>
                </a:solidFill>
              </a:rPr>
              <a:t>"  target</a:t>
            </a:r>
            <a:r>
              <a:rPr lang="en-US" b="1" dirty="0">
                <a:solidFill>
                  <a:srgbClr val="0070C0"/>
                </a:solidFill>
              </a:rPr>
              <a:t>="</a:t>
            </a:r>
            <a:r>
              <a:rPr lang="en-US" b="1" dirty="0">
                <a:solidFill>
                  <a:srgbClr val="7030A0"/>
                </a:solidFill>
              </a:rPr>
              <a:t>_blank</a:t>
            </a:r>
            <a:r>
              <a:rPr lang="en-US" b="1" dirty="0">
                <a:solidFill>
                  <a:srgbClr val="0070C0"/>
                </a:solidFill>
              </a:rPr>
              <a:t>"&gt;</a:t>
            </a:r>
            <a:r>
              <a:rPr lang="en-US" b="1" dirty="0">
                <a:solidFill>
                  <a:schemeClr val="tx1"/>
                </a:solidFill>
              </a:rPr>
              <a:t>This is a link</a:t>
            </a:r>
            <a:r>
              <a:rPr lang="en-US" b="1" dirty="0">
                <a:solidFill>
                  <a:srgbClr val="0070C0"/>
                </a:solidFill>
              </a:rPr>
              <a:t>&lt;/a&gt;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&lt;/body&gt;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&lt;/html&gt;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Links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611957" y="1196752"/>
            <a:ext cx="4572000" cy="92333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a:hover</a:t>
            </a:r>
            <a:r>
              <a:rPr lang="en-US" b="1" dirty="0" smtClean="0">
                <a:solidFill>
                  <a:schemeClr val="accent2"/>
                </a:solidFill>
              </a:rPr>
              <a:t> MUST come </a:t>
            </a:r>
            <a:r>
              <a:rPr lang="en-US" b="1" dirty="0" smtClean="0">
                <a:solidFill>
                  <a:srgbClr val="00B050"/>
                </a:solidFill>
              </a:rPr>
              <a:t>after a:link </a:t>
            </a:r>
            <a:r>
              <a:rPr lang="en-US" b="1" dirty="0" smtClean="0">
                <a:solidFill>
                  <a:schemeClr val="accent2"/>
                </a:solidFill>
              </a:rPr>
              <a:t>and </a:t>
            </a:r>
            <a:r>
              <a:rPr lang="en-US" b="1" dirty="0" smtClean="0">
                <a:solidFill>
                  <a:srgbClr val="00B050"/>
                </a:solidFill>
              </a:rPr>
              <a:t>a:visited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a:active</a:t>
            </a:r>
            <a:r>
              <a:rPr lang="en-US" b="1" dirty="0" smtClean="0">
                <a:solidFill>
                  <a:schemeClr val="accent2"/>
                </a:solidFill>
              </a:rPr>
              <a:t> MUST come after </a:t>
            </a:r>
            <a:r>
              <a:rPr lang="en-US" b="1" dirty="0" smtClean="0">
                <a:solidFill>
                  <a:srgbClr val="00B050"/>
                </a:solidFill>
              </a:rPr>
              <a:t>a:hover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2050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957" y="2502188"/>
            <a:ext cx="5868987" cy="93345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3" name="TextBox 12"/>
          <p:cNvSpPr txBox="1"/>
          <p:nvPr/>
        </p:nvSpPr>
        <p:spPr>
          <a:xfrm>
            <a:off x="539552" y="213285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7544" y="357301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39552" y="3942348"/>
            <a:ext cx="8106485" cy="2585323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&lt;!DOCTYPE  html&gt;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&lt;html&gt;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&lt;head&gt;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         &lt;link </a:t>
            </a:r>
            <a:r>
              <a:rPr lang="en-US" b="1" dirty="0" err="1" smtClean="0">
                <a:solidFill>
                  <a:schemeClr val="accent1"/>
                </a:solidFill>
              </a:rPr>
              <a:t>rel</a:t>
            </a:r>
            <a:r>
              <a:rPr lang="en-US" b="1" dirty="0">
                <a:solidFill>
                  <a:srgbClr val="0070C0"/>
                </a:solidFill>
              </a:rPr>
              <a:t>= </a:t>
            </a:r>
            <a:r>
              <a:rPr lang="en-US" b="1" dirty="0" smtClean="0">
                <a:solidFill>
                  <a:srgbClr val="0070C0"/>
                </a:solidFill>
              </a:rPr>
              <a:t>"</a:t>
            </a:r>
            <a:r>
              <a:rPr lang="en-US" b="1" dirty="0" err="1" smtClean="0">
                <a:solidFill>
                  <a:srgbClr val="7030A0"/>
                </a:solidFill>
              </a:rPr>
              <a:t>stylesheet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"  </a:t>
            </a:r>
            <a:r>
              <a:rPr lang="en-US" b="1" dirty="0">
                <a:solidFill>
                  <a:schemeClr val="accent1"/>
                </a:solidFill>
              </a:rPr>
              <a:t>type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text/</a:t>
            </a:r>
            <a:r>
              <a:rPr lang="en-US" b="1" dirty="0" err="1" smtClean="0">
                <a:solidFill>
                  <a:srgbClr val="7030A0"/>
                </a:solidFill>
              </a:rPr>
              <a:t>css</a:t>
            </a:r>
            <a:r>
              <a:rPr lang="en-US" b="1" dirty="0" smtClean="0">
                <a:solidFill>
                  <a:srgbClr val="0070C0"/>
                </a:solidFill>
              </a:rPr>
              <a:t>"  </a:t>
            </a:r>
            <a:r>
              <a:rPr lang="en-US" b="1" dirty="0" err="1" smtClean="0">
                <a:solidFill>
                  <a:schemeClr val="accent1"/>
                </a:solidFill>
              </a:rPr>
              <a:t>href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style.css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          &lt;/head&gt;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       &lt;body&gt;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           &lt;</a:t>
            </a:r>
            <a:r>
              <a:rPr lang="en-US" b="1" dirty="0">
                <a:solidFill>
                  <a:srgbClr val="0070C0"/>
                </a:solidFill>
              </a:rPr>
              <a:t>a </a:t>
            </a:r>
            <a:r>
              <a:rPr lang="en-US" b="1" dirty="0" err="1">
                <a:solidFill>
                  <a:schemeClr val="accent1"/>
                </a:solidFill>
              </a:rPr>
              <a:t>href</a:t>
            </a:r>
            <a:r>
              <a:rPr lang="en-US" b="1" dirty="0">
                <a:solidFill>
                  <a:schemeClr val="accent1"/>
                </a:solidFill>
              </a:rPr>
              <a:t>="</a:t>
            </a:r>
            <a:r>
              <a:rPr lang="en-US" b="1" dirty="0">
                <a:solidFill>
                  <a:schemeClr val="accent1"/>
                </a:solidFill>
                <a:hlinkClick r:id="rId3"/>
              </a:rPr>
              <a:t>http</a:t>
            </a:r>
            <a:r>
              <a:rPr lang="en-US" b="1" dirty="0">
                <a:solidFill>
                  <a:srgbClr val="0070C0"/>
                </a:solidFill>
                <a:hlinkClick r:id="rId3"/>
              </a:rPr>
              <a:t>://nverner.am</a:t>
            </a:r>
            <a:r>
              <a:rPr lang="en-US" b="1" dirty="0">
                <a:solidFill>
                  <a:schemeClr val="accent1"/>
                </a:solidFill>
              </a:rPr>
              <a:t>"  target</a:t>
            </a:r>
            <a:r>
              <a:rPr lang="en-US" b="1" dirty="0">
                <a:solidFill>
                  <a:srgbClr val="0070C0"/>
                </a:solidFill>
              </a:rPr>
              <a:t>="</a:t>
            </a:r>
            <a:r>
              <a:rPr lang="en-US" b="1" dirty="0">
                <a:solidFill>
                  <a:srgbClr val="7030A0"/>
                </a:solidFill>
              </a:rPr>
              <a:t>_blank</a:t>
            </a:r>
            <a:r>
              <a:rPr lang="en-US" b="1" dirty="0">
                <a:solidFill>
                  <a:srgbClr val="0070C0"/>
                </a:solidFill>
              </a:rPr>
              <a:t>"&gt;</a:t>
            </a:r>
            <a:r>
              <a:rPr lang="en-US" b="1" dirty="0">
                <a:solidFill>
                  <a:schemeClr val="tx1"/>
                </a:solidFill>
              </a:rPr>
              <a:t>This is a link</a:t>
            </a:r>
            <a:r>
              <a:rPr lang="en-US" b="1" dirty="0">
                <a:solidFill>
                  <a:srgbClr val="0070C0"/>
                </a:solidFill>
              </a:rPr>
              <a:t>&lt;/a&gt;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&lt;/body&gt;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&lt;/html&gt;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Links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539552" y="11967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3568" y="306896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3074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72816"/>
            <a:ext cx="5610225" cy="87630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8" name="Rectangle 5"/>
          <p:cNvSpPr/>
          <p:nvPr/>
        </p:nvSpPr>
        <p:spPr>
          <a:xfrm>
            <a:off x="675424" y="3513749"/>
            <a:ext cx="8106485" cy="2585323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&lt;!DOCTYPE  html&gt;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&lt;html&gt;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&lt;head&gt;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         &lt;link </a:t>
            </a:r>
            <a:r>
              <a:rPr lang="en-US" b="1" dirty="0" err="1" smtClean="0">
                <a:solidFill>
                  <a:schemeClr val="accent1"/>
                </a:solidFill>
              </a:rPr>
              <a:t>rel</a:t>
            </a:r>
            <a:r>
              <a:rPr lang="en-US" b="1" dirty="0">
                <a:solidFill>
                  <a:srgbClr val="0070C0"/>
                </a:solidFill>
              </a:rPr>
              <a:t>= </a:t>
            </a:r>
            <a:r>
              <a:rPr lang="en-US" b="1" dirty="0" smtClean="0">
                <a:solidFill>
                  <a:srgbClr val="0070C0"/>
                </a:solidFill>
              </a:rPr>
              <a:t>"</a:t>
            </a:r>
            <a:r>
              <a:rPr lang="en-US" b="1" dirty="0" err="1" smtClean="0">
                <a:solidFill>
                  <a:srgbClr val="7030A0"/>
                </a:solidFill>
              </a:rPr>
              <a:t>stylesheet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"  </a:t>
            </a:r>
            <a:r>
              <a:rPr lang="en-US" b="1" dirty="0">
                <a:solidFill>
                  <a:schemeClr val="accent1"/>
                </a:solidFill>
              </a:rPr>
              <a:t>type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text/</a:t>
            </a:r>
            <a:r>
              <a:rPr lang="en-US" b="1" dirty="0" err="1" smtClean="0">
                <a:solidFill>
                  <a:srgbClr val="7030A0"/>
                </a:solidFill>
              </a:rPr>
              <a:t>css</a:t>
            </a:r>
            <a:r>
              <a:rPr lang="en-US" b="1" dirty="0" smtClean="0">
                <a:solidFill>
                  <a:srgbClr val="0070C0"/>
                </a:solidFill>
              </a:rPr>
              <a:t>"  </a:t>
            </a:r>
            <a:r>
              <a:rPr lang="en-US" b="1" dirty="0" err="1" smtClean="0">
                <a:solidFill>
                  <a:schemeClr val="accent1"/>
                </a:solidFill>
              </a:rPr>
              <a:t>href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style.css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          &lt;/head&gt;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       &lt;body&gt;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            &lt;a </a:t>
            </a:r>
            <a:r>
              <a:rPr lang="en-US" b="1" dirty="0" err="1" smtClean="0">
                <a:solidFill>
                  <a:schemeClr val="accent1"/>
                </a:solidFill>
              </a:rPr>
              <a:t>href</a:t>
            </a:r>
            <a:r>
              <a:rPr lang="en-US" b="1" dirty="0" smtClean="0">
                <a:solidFill>
                  <a:schemeClr val="accent1"/>
                </a:solidFill>
              </a:rPr>
              <a:t>="</a:t>
            </a:r>
            <a:r>
              <a:rPr lang="en-US" b="1" dirty="0" smtClean="0">
                <a:solidFill>
                  <a:schemeClr val="accent1"/>
                </a:solidFill>
                <a:hlinkClick r:id="rId3"/>
              </a:rPr>
              <a:t>http</a:t>
            </a:r>
            <a:r>
              <a:rPr lang="en-US" b="1" dirty="0" smtClean="0">
                <a:solidFill>
                  <a:srgbClr val="0070C0"/>
                </a:solidFill>
                <a:hlinkClick r:id="rId3"/>
              </a:rPr>
              <a:t>://nverner.am</a:t>
            </a:r>
            <a:r>
              <a:rPr lang="en-US" b="1" dirty="0" smtClean="0">
                <a:solidFill>
                  <a:schemeClr val="accent1"/>
                </a:solidFill>
              </a:rPr>
              <a:t>"  target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_blank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r>
              <a:rPr lang="en-US" b="1" dirty="0" smtClean="0">
                <a:solidFill>
                  <a:schemeClr val="tx1"/>
                </a:solidFill>
              </a:rPr>
              <a:t>This </a:t>
            </a:r>
            <a:r>
              <a:rPr lang="en-US" b="1" dirty="0">
                <a:solidFill>
                  <a:schemeClr val="tx1"/>
                </a:solidFill>
              </a:rPr>
              <a:t>is a link</a:t>
            </a:r>
            <a:r>
              <a:rPr lang="en-US" b="1" dirty="0">
                <a:solidFill>
                  <a:srgbClr val="0070C0"/>
                </a:solidFill>
              </a:rPr>
              <a:t>&lt;/a&gt;</a:t>
            </a:r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       &lt;/body&gt;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&lt;/html&gt;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Links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539552" y="11967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4098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916832"/>
            <a:ext cx="4933950" cy="407670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8" name="Rectangle 17"/>
          <p:cNvSpPr/>
          <p:nvPr/>
        </p:nvSpPr>
        <p:spPr>
          <a:xfrm>
            <a:off x="2915816" y="1268760"/>
            <a:ext cx="4085076" cy="369332"/>
          </a:xfrm>
          <a:prstGeom prst="rect">
            <a:avLst/>
          </a:prstGeom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  <a:hlinkClick r:id="rId3"/>
              </a:rPr>
              <a:t>Add different styles to hyperlinks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Links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611560" y="119675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doc.html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6955" y="1916832"/>
            <a:ext cx="8106485" cy="3693319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&lt;!DOCTYPE  html&gt;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&lt;html&gt;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&lt;head&gt;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         &lt;link </a:t>
            </a:r>
            <a:r>
              <a:rPr lang="en-US" b="1" dirty="0" err="1" smtClean="0">
                <a:solidFill>
                  <a:schemeClr val="accent1"/>
                </a:solidFill>
              </a:rPr>
              <a:t>rel</a:t>
            </a:r>
            <a:r>
              <a:rPr lang="en-US" b="1" dirty="0">
                <a:solidFill>
                  <a:srgbClr val="0070C0"/>
                </a:solidFill>
              </a:rPr>
              <a:t>= </a:t>
            </a:r>
            <a:r>
              <a:rPr lang="en-US" b="1" dirty="0" smtClean="0">
                <a:solidFill>
                  <a:srgbClr val="0070C0"/>
                </a:solidFill>
              </a:rPr>
              <a:t>"</a:t>
            </a:r>
            <a:r>
              <a:rPr lang="en-US" b="1" dirty="0" err="1" smtClean="0">
                <a:solidFill>
                  <a:srgbClr val="7030A0"/>
                </a:solidFill>
              </a:rPr>
              <a:t>stylesheet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"  </a:t>
            </a:r>
            <a:r>
              <a:rPr lang="en-US" b="1" dirty="0">
                <a:solidFill>
                  <a:schemeClr val="accent1"/>
                </a:solidFill>
              </a:rPr>
              <a:t>type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text/</a:t>
            </a:r>
            <a:r>
              <a:rPr lang="en-US" b="1" dirty="0" err="1" smtClean="0">
                <a:solidFill>
                  <a:srgbClr val="7030A0"/>
                </a:solidFill>
              </a:rPr>
              <a:t>css</a:t>
            </a:r>
            <a:r>
              <a:rPr lang="en-US" b="1" dirty="0" smtClean="0">
                <a:solidFill>
                  <a:srgbClr val="0070C0"/>
                </a:solidFill>
              </a:rPr>
              <a:t>"  </a:t>
            </a:r>
            <a:r>
              <a:rPr lang="en-US" b="1" dirty="0" err="1" smtClean="0">
                <a:solidFill>
                  <a:schemeClr val="accent1"/>
                </a:solidFill>
              </a:rPr>
              <a:t>href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style.css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          &lt;/head&gt;</a:t>
            </a:r>
          </a:p>
          <a:p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       &lt;body&gt;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                      &lt;a </a:t>
            </a:r>
            <a:r>
              <a:rPr lang="en-US" b="1" dirty="0" err="1" smtClean="0">
                <a:solidFill>
                  <a:schemeClr val="accent1"/>
                </a:solidFill>
              </a:rPr>
              <a:t>href</a:t>
            </a:r>
            <a:r>
              <a:rPr lang="en-US" b="1" dirty="0" smtClean="0">
                <a:solidFill>
                  <a:schemeClr val="accent1"/>
                </a:solidFill>
              </a:rPr>
              <a:t>="</a:t>
            </a:r>
            <a:r>
              <a:rPr lang="en-US" b="1" dirty="0" smtClean="0">
                <a:solidFill>
                  <a:schemeClr val="accent1"/>
                </a:solidFill>
                <a:hlinkClick r:id="rId2"/>
              </a:rPr>
              <a:t>http</a:t>
            </a:r>
            <a:r>
              <a:rPr lang="en-US" b="1" dirty="0" smtClean="0">
                <a:solidFill>
                  <a:srgbClr val="0070C0"/>
                </a:solidFill>
                <a:hlinkClick r:id="rId2"/>
              </a:rPr>
              <a:t>://nverner.am</a:t>
            </a:r>
            <a:r>
              <a:rPr lang="en-US" b="1" dirty="0" smtClean="0">
                <a:solidFill>
                  <a:schemeClr val="accent1"/>
                </a:solidFill>
              </a:rPr>
              <a:t>"  class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one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r>
              <a:rPr lang="en-US" b="1" dirty="0" smtClean="0">
                <a:solidFill>
                  <a:schemeClr val="tx1"/>
                </a:solidFill>
              </a:rPr>
              <a:t>This </a:t>
            </a:r>
            <a:r>
              <a:rPr lang="en-US" b="1" dirty="0">
                <a:solidFill>
                  <a:schemeClr val="tx1"/>
                </a:solidFill>
              </a:rPr>
              <a:t>is a </a:t>
            </a:r>
            <a:r>
              <a:rPr lang="en-US" b="1" dirty="0" smtClean="0">
                <a:solidFill>
                  <a:schemeClr val="tx1"/>
                </a:solidFill>
              </a:rPr>
              <a:t>link 1</a:t>
            </a:r>
            <a:r>
              <a:rPr lang="en-US" b="1" dirty="0" smtClean="0">
                <a:solidFill>
                  <a:srgbClr val="0070C0"/>
                </a:solidFill>
              </a:rPr>
              <a:t>&lt;/</a:t>
            </a:r>
            <a:r>
              <a:rPr lang="en-US" b="1" dirty="0">
                <a:solidFill>
                  <a:srgbClr val="0070C0"/>
                </a:solidFill>
              </a:rPr>
              <a:t>a</a:t>
            </a:r>
            <a:r>
              <a:rPr lang="en-US" b="1" dirty="0" smtClean="0">
                <a:solidFill>
                  <a:srgbClr val="0070C0"/>
                </a:solidFill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0070C0"/>
                </a:solidFill>
              </a:rPr>
              <a:t>    </a:t>
            </a:r>
            <a:r>
              <a:rPr lang="en-US" b="1" dirty="0">
                <a:solidFill>
                  <a:srgbClr val="0070C0"/>
                </a:solidFill>
              </a:rPr>
              <a:t>&lt;a </a:t>
            </a:r>
            <a:r>
              <a:rPr lang="en-US" b="1" dirty="0" err="1">
                <a:solidFill>
                  <a:schemeClr val="accent1"/>
                </a:solidFill>
              </a:rPr>
              <a:t>href</a:t>
            </a:r>
            <a:r>
              <a:rPr lang="en-US" b="1" dirty="0">
                <a:solidFill>
                  <a:schemeClr val="accent1"/>
                </a:solidFill>
              </a:rPr>
              <a:t>="</a:t>
            </a:r>
            <a:r>
              <a:rPr lang="en-US" b="1" dirty="0">
                <a:solidFill>
                  <a:schemeClr val="accent1"/>
                </a:solidFill>
                <a:hlinkClick r:id="rId2"/>
              </a:rPr>
              <a:t>http</a:t>
            </a:r>
            <a:r>
              <a:rPr lang="en-US" b="1" dirty="0">
                <a:solidFill>
                  <a:srgbClr val="0070C0"/>
                </a:solidFill>
                <a:hlinkClick r:id="rId2"/>
              </a:rPr>
              <a:t>://nverner.am</a:t>
            </a:r>
            <a:r>
              <a:rPr lang="en-US" b="1" dirty="0">
                <a:solidFill>
                  <a:schemeClr val="accent1"/>
                </a:solidFill>
              </a:rPr>
              <a:t>" class 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two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r>
              <a:rPr lang="en-US" b="1" dirty="0">
                <a:solidFill>
                  <a:schemeClr val="tx1"/>
                </a:solidFill>
              </a:rPr>
              <a:t>This is a </a:t>
            </a:r>
            <a:r>
              <a:rPr lang="en-US" b="1" dirty="0" smtClean="0">
                <a:solidFill>
                  <a:schemeClr val="tx1"/>
                </a:solidFill>
              </a:rPr>
              <a:t>link 2</a:t>
            </a:r>
            <a:r>
              <a:rPr lang="en-US" b="1" dirty="0" smtClean="0">
                <a:solidFill>
                  <a:srgbClr val="0070C0"/>
                </a:solidFill>
              </a:rPr>
              <a:t>&lt;/</a:t>
            </a:r>
            <a:r>
              <a:rPr lang="en-US" b="1" dirty="0">
                <a:solidFill>
                  <a:srgbClr val="0070C0"/>
                </a:solidFill>
              </a:rPr>
              <a:t>a</a:t>
            </a:r>
            <a:r>
              <a:rPr lang="en-US" b="1" dirty="0" smtClean="0">
                <a:solidFill>
                  <a:srgbClr val="0070C0"/>
                </a:solidFill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0070C0"/>
                </a:solidFill>
              </a:rPr>
              <a:t>    </a:t>
            </a:r>
            <a:r>
              <a:rPr lang="en-US" b="1" dirty="0">
                <a:solidFill>
                  <a:srgbClr val="0070C0"/>
                </a:solidFill>
              </a:rPr>
              <a:t>&lt;a </a:t>
            </a:r>
            <a:r>
              <a:rPr lang="en-US" b="1" dirty="0" err="1">
                <a:solidFill>
                  <a:schemeClr val="accent1"/>
                </a:solidFill>
              </a:rPr>
              <a:t>href</a:t>
            </a:r>
            <a:r>
              <a:rPr lang="en-US" b="1" dirty="0">
                <a:solidFill>
                  <a:schemeClr val="accent1"/>
                </a:solidFill>
              </a:rPr>
              <a:t>="</a:t>
            </a:r>
            <a:r>
              <a:rPr lang="en-US" b="1" dirty="0">
                <a:solidFill>
                  <a:schemeClr val="accent1"/>
                </a:solidFill>
                <a:hlinkClick r:id="rId2"/>
              </a:rPr>
              <a:t>http</a:t>
            </a:r>
            <a:r>
              <a:rPr lang="en-US" b="1" dirty="0">
                <a:solidFill>
                  <a:srgbClr val="0070C0"/>
                </a:solidFill>
                <a:hlinkClick r:id="rId2"/>
              </a:rPr>
              <a:t>://nverner.am</a:t>
            </a:r>
            <a:r>
              <a:rPr lang="en-US" b="1" dirty="0">
                <a:solidFill>
                  <a:schemeClr val="accent1"/>
                </a:solidFill>
              </a:rPr>
              <a:t>" class 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three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r>
              <a:rPr lang="en-US" b="1" dirty="0">
                <a:solidFill>
                  <a:schemeClr val="tx1"/>
                </a:solidFill>
              </a:rPr>
              <a:t>This is a </a:t>
            </a:r>
            <a:r>
              <a:rPr lang="en-US" b="1" dirty="0" smtClean="0">
                <a:solidFill>
                  <a:schemeClr val="tx1"/>
                </a:solidFill>
              </a:rPr>
              <a:t>link 3</a:t>
            </a:r>
            <a:r>
              <a:rPr lang="en-US" b="1" dirty="0" smtClean="0">
                <a:solidFill>
                  <a:srgbClr val="0070C0"/>
                </a:solidFill>
              </a:rPr>
              <a:t>&lt;/</a:t>
            </a:r>
            <a:r>
              <a:rPr lang="en-US" b="1" dirty="0">
                <a:solidFill>
                  <a:srgbClr val="0070C0"/>
                </a:solidFill>
              </a:rPr>
              <a:t>a</a:t>
            </a:r>
            <a:r>
              <a:rPr lang="en-US" b="1" dirty="0" smtClean="0">
                <a:solidFill>
                  <a:srgbClr val="0070C0"/>
                </a:solidFill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0070C0"/>
                </a:solidFill>
              </a:rPr>
              <a:t>    </a:t>
            </a:r>
            <a:r>
              <a:rPr lang="en-US" b="1" dirty="0">
                <a:solidFill>
                  <a:srgbClr val="0070C0"/>
                </a:solidFill>
              </a:rPr>
              <a:t>&lt;a </a:t>
            </a:r>
            <a:r>
              <a:rPr lang="en-US" b="1" dirty="0" err="1">
                <a:solidFill>
                  <a:schemeClr val="accent1"/>
                </a:solidFill>
              </a:rPr>
              <a:t>href</a:t>
            </a:r>
            <a:r>
              <a:rPr lang="en-US" b="1" dirty="0">
                <a:solidFill>
                  <a:schemeClr val="accent1"/>
                </a:solidFill>
              </a:rPr>
              <a:t>="</a:t>
            </a:r>
            <a:r>
              <a:rPr lang="en-US" b="1" dirty="0">
                <a:solidFill>
                  <a:schemeClr val="accent1"/>
                </a:solidFill>
                <a:hlinkClick r:id="rId2"/>
              </a:rPr>
              <a:t>http</a:t>
            </a:r>
            <a:r>
              <a:rPr lang="en-US" b="1" dirty="0">
                <a:solidFill>
                  <a:srgbClr val="0070C0"/>
                </a:solidFill>
                <a:hlinkClick r:id="rId2"/>
              </a:rPr>
              <a:t>://nverner.am</a:t>
            </a:r>
            <a:r>
              <a:rPr lang="en-US" b="1" dirty="0">
                <a:solidFill>
                  <a:schemeClr val="accent1"/>
                </a:solidFill>
              </a:rPr>
              <a:t>" class 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four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r>
              <a:rPr lang="en-US" b="1" dirty="0">
                <a:solidFill>
                  <a:schemeClr val="tx1"/>
                </a:solidFill>
              </a:rPr>
              <a:t>This is a </a:t>
            </a:r>
            <a:r>
              <a:rPr lang="en-US" b="1" dirty="0" smtClean="0">
                <a:solidFill>
                  <a:schemeClr val="tx1"/>
                </a:solidFill>
              </a:rPr>
              <a:t>link 4</a:t>
            </a:r>
            <a:r>
              <a:rPr lang="en-US" b="1" dirty="0" smtClean="0">
                <a:solidFill>
                  <a:srgbClr val="0070C0"/>
                </a:solidFill>
              </a:rPr>
              <a:t>&lt;/</a:t>
            </a:r>
            <a:r>
              <a:rPr lang="en-US" b="1" dirty="0">
                <a:solidFill>
                  <a:srgbClr val="0070C0"/>
                </a:solidFill>
              </a:rPr>
              <a:t>a</a:t>
            </a:r>
            <a:r>
              <a:rPr lang="en-US" b="1" dirty="0" smtClean="0">
                <a:solidFill>
                  <a:srgbClr val="0070C0"/>
                </a:solidFill>
              </a:rPr>
              <a:t>&gt;</a:t>
            </a:r>
          </a:p>
          <a:p>
            <a:pPr lvl="2"/>
            <a:r>
              <a:rPr lang="en-US" b="1" dirty="0" smtClean="0">
                <a:solidFill>
                  <a:srgbClr val="0070C0"/>
                </a:solidFill>
              </a:rPr>
              <a:t>    &lt;</a:t>
            </a:r>
            <a:r>
              <a:rPr lang="en-US" b="1" dirty="0">
                <a:solidFill>
                  <a:srgbClr val="0070C0"/>
                </a:solidFill>
              </a:rPr>
              <a:t>a </a:t>
            </a:r>
            <a:r>
              <a:rPr lang="en-US" b="1" dirty="0" err="1">
                <a:solidFill>
                  <a:schemeClr val="accent1"/>
                </a:solidFill>
              </a:rPr>
              <a:t>href</a:t>
            </a:r>
            <a:r>
              <a:rPr lang="en-US" b="1" dirty="0">
                <a:solidFill>
                  <a:schemeClr val="accent1"/>
                </a:solidFill>
              </a:rPr>
              <a:t>="</a:t>
            </a:r>
            <a:r>
              <a:rPr lang="en-US" b="1" dirty="0">
                <a:solidFill>
                  <a:schemeClr val="accent1"/>
                </a:solidFill>
                <a:hlinkClick r:id="rId2"/>
              </a:rPr>
              <a:t>http</a:t>
            </a:r>
            <a:r>
              <a:rPr lang="en-US" b="1" dirty="0">
                <a:solidFill>
                  <a:srgbClr val="0070C0"/>
                </a:solidFill>
                <a:hlinkClick r:id="rId2"/>
              </a:rPr>
              <a:t>://nverner.am</a:t>
            </a:r>
            <a:r>
              <a:rPr lang="en-US" b="1" dirty="0">
                <a:solidFill>
                  <a:schemeClr val="accent1"/>
                </a:solidFill>
              </a:rPr>
              <a:t>" class </a:t>
            </a:r>
            <a:r>
              <a:rPr lang="en-US" b="1" dirty="0" smtClean="0">
                <a:solidFill>
                  <a:srgbClr val="0070C0"/>
                </a:solidFill>
              </a:rPr>
              <a:t>="</a:t>
            </a:r>
            <a:r>
              <a:rPr lang="en-US" b="1" dirty="0" smtClean="0">
                <a:solidFill>
                  <a:srgbClr val="7030A0"/>
                </a:solidFill>
              </a:rPr>
              <a:t>five</a:t>
            </a:r>
            <a:r>
              <a:rPr lang="en-US" b="1" dirty="0" smtClean="0">
                <a:solidFill>
                  <a:srgbClr val="0070C0"/>
                </a:solidFill>
              </a:rPr>
              <a:t>"&gt;</a:t>
            </a:r>
            <a:r>
              <a:rPr lang="en-US" b="1" dirty="0">
                <a:solidFill>
                  <a:schemeClr val="tx1"/>
                </a:solidFill>
              </a:rPr>
              <a:t>This is a </a:t>
            </a:r>
            <a:r>
              <a:rPr lang="en-US" b="1" dirty="0" smtClean="0">
                <a:solidFill>
                  <a:schemeClr val="tx1"/>
                </a:solidFill>
              </a:rPr>
              <a:t>link 5</a:t>
            </a:r>
            <a:r>
              <a:rPr lang="en-US" b="1" dirty="0" smtClean="0">
                <a:solidFill>
                  <a:srgbClr val="0070C0"/>
                </a:solidFill>
              </a:rPr>
              <a:t>&lt;/</a:t>
            </a:r>
            <a:r>
              <a:rPr lang="en-US" b="1" dirty="0">
                <a:solidFill>
                  <a:srgbClr val="0070C0"/>
                </a:solidFill>
              </a:rPr>
              <a:t>a&gt;</a:t>
            </a:r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&lt;/body&gt;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&lt;/html&gt;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CSS  Links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sz="48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3419872" y="342900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style.css</a:t>
            </a: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6146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7444" y="3487464"/>
            <a:ext cx="3019425" cy="3152775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6147" name="Picture 3" descr="C:\Users\Araik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5325" y="4797152"/>
            <a:ext cx="1362075" cy="533400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6148" name="Picture 4" descr="C:\Users\Araik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4797152"/>
            <a:ext cx="1381125" cy="542925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19" name="TextBox 18"/>
          <p:cNvSpPr txBox="1"/>
          <p:nvPr/>
        </p:nvSpPr>
        <p:spPr>
          <a:xfrm>
            <a:off x="2555776" y="435581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a:hover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1600" y="4365104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b="1" dirty="0" smtClean="0">
                <a:solidFill>
                  <a:schemeClr val="accent2"/>
                </a:solidFill>
              </a:rPr>
              <a:t>a:link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12" name="Rectangle 5"/>
          <p:cNvSpPr/>
          <p:nvPr/>
        </p:nvSpPr>
        <p:spPr>
          <a:xfrm>
            <a:off x="490384" y="1091645"/>
            <a:ext cx="8106485" cy="2308324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tx1"/>
                </a:solidFill>
              </a:rPr>
              <a:t>&lt;!DOCTYPE  html&gt;</a:t>
            </a:r>
          </a:p>
          <a:p>
            <a:r>
              <a:rPr lang="en-US" sz="1600" b="1" dirty="0" smtClean="0">
                <a:solidFill>
                  <a:srgbClr val="0070C0"/>
                </a:solidFill>
              </a:rPr>
              <a:t>&lt;html&gt;</a:t>
            </a:r>
          </a:p>
          <a:p>
            <a:r>
              <a:rPr lang="en-US" sz="1600" b="1" dirty="0" smtClean="0">
                <a:solidFill>
                  <a:srgbClr val="0070C0"/>
                </a:solidFill>
              </a:rPr>
              <a:t>          &lt;head&gt;</a:t>
            </a:r>
          </a:p>
          <a:p>
            <a:r>
              <a:rPr lang="en-US" sz="1600" b="1" dirty="0" smtClean="0">
                <a:solidFill>
                  <a:srgbClr val="0070C0"/>
                </a:solidFill>
              </a:rPr>
              <a:t>                   &lt;link </a:t>
            </a:r>
            <a:r>
              <a:rPr lang="en-US" sz="1600" b="1" dirty="0" err="1" smtClean="0">
                <a:solidFill>
                  <a:schemeClr val="accent1"/>
                </a:solidFill>
              </a:rPr>
              <a:t>rel</a:t>
            </a:r>
            <a:r>
              <a:rPr lang="en-US" sz="1600" b="1" dirty="0">
                <a:solidFill>
                  <a:srgbClr val="0070C0"/>
                </a:solidFill>
              </a:rPr>
              <a:t>= </a:t>
            </a:r>
            <a:r>
              <a:rPr lang="en-US" sz="1600" b="1" dirty="0" smtClean="0">
                <a:solidFill>
                  <a:srgbClr val="0070C0"/>
                </a:solidFill>
              </a:rPr>
              <a:t>"</a:t>
            </a:r>
            <a:r>
              <a:rPr lang="en-US" sz="1600" b="1" dirty="0" err="1" smtClean="0">
                <a:solidFill>
                  <a:srgbClr val="7030A0"/>
                </a:solidFill>
              </a:rPr>
              <a:t>stylesheet</a:t>
            </a:r>
            <a:r>
              <a:rPr lang="en-US" sz="1600" b="1" dirty="0" smtClean="0">
                <a:solidFill>
                  <a:srgbClr val="7030A0"/>
                </a:solidFill>
              </a:rPr>
              <a:t> </a:t>
            </a:r>
            <a:r>
              <a:rPr lang="en-US" sz="1600" b="1" dirty="0">
                <a:solidFill>
                  <a:srgbClr val="0070C0"/>
                </a:solidFill>
              </a:rPr>
              <a:t>"  </a:t>
            </a:r>
            <a:r>
              <a:rPr lang="en-US" sz="1600" b="1" dirty="0">
                <a:solidFill>
                  <a:schemeClr val="accent1"/>
                </a:solidFill>
              </a:rPr>
              <a:t>type</a:t>
            </a:r>
            <a:r>
              <a:rPr lang="en-US" sz="1600" b="1" dirty="0" smtClean="0">
                <a:solidFill>
                  <a:srgbClr val="0070C0"/>
                </a:solidFill>
              </a:rPr>
              <a:t>="</a:t>
            </a:r>
            <a:r>
              <a:rPr lang="en-US" sz="1600" b="1" dirty="0" smtClean="0">
                <a:solidFill>
                  <a:srgbClr val="7030A0"/>
                </a:solidFill>
              </a:rPr>
              <a:t>text/</a:t>
            </a:r>
            <a:r>
              <a:rPr lang="en-US" sz="1600" b="1" dirty="0" err="1" smtClean="0">
                <a:solidFill>
                  <a:srgbClr val="7030A0"/>
                </a:solidFill>
              </a:rPr>
              <a:t>css</a:t>
            </a:r>
            <a:r>
              <a:rPr lang="en-US" sz="1600" b="1" dirty="0" smtClean="0">
                <a:solidFill>
                  <a:srgbClr val="0070C0"/>
                </a:solidFill>
              </a:rPr>
              <a:t>"  </a:t>
            </a:r>
            <a:r>
              <a:rPr lang="en-US" sz="1600" b="1" dirty="0" err="1" smtClean="0">
                <a:solidFill>
                  <a:schemeClr val="accent1"/>
                </a:solidFill>
              </a:rPr>
              <a:t>href</a:t>
            </a:r>
            <a:r>
              <a:rPr lang="en-US" sz="1600" b="1" dirty="0" smtClean="0">
                <a:solidFill>
                  <a:srgbClr val="0070C0"/>
                </a:solidFill>
              </a:rPr>
              <a:t>="</a:t>
            </a:r>
            <a:r>
              <a:rPr lang="en-US" sz="1600" b="1" dirty="0" smtClean="0">
                <a:solidFill>
                  <a:srgbClr val="7030A0"/>
                </a:solidFill>
              </a:rPr>
              <a:t>style.css</a:t>
            </a:r>
            <a:r>
              <a:rPr lang="en-US" sz="1600" b="1" dirty="0" smtClean="0">
                <a:solidFill>
                  <a:srgbClr val="0070C0"/>
                </a:solidFill>
              </a:rPr>
              <a:t>"&gt;</a:t>
            </a:r>
            <a:endParaRPr lang="en-US" sz="1600" b="1" dirty="0">
              <a:solidFill>
                <a:srgbClr val="0070C0"/>
              </a:solidFill>
            </a:endParaRPr>
          </a:p>
          <a:p>
            <a:r>
              <a:rPr lang="en-US" sz="1600" b="1" dirty="0" smtClean="0">
                <a:solidFill>
                  <a:srgbClr val="0070C0"/>
                </a:solidFill>
              </a:rPr>
              <a:t>          &lt;/head&gt;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 </a:t>
            </a:r>
            <a:r>
              <a:rPr lang="en-US" sz="1600" b="1" dirty="0" smtClean="0">
                <a:solidFill>
                  <a:srgbClr val="0070C0"/>
                </a:solidFill>
              </a:rPr>
              <a:t>         &lt;body&gt;</a:t>
            </a:r>
          </a:p>
          <a:p>
            <a:r>
              <a:rPr lang="en-US" sz="1600" b="1" dirty="0" smtClean="0">
                <a:solidFill>
                  <a:srgbClr val="0070C0"/>
                </a:solidFill>
              </a:rPr>
              <a:t>                      &lt;a </a:t>
            </a:r>
            <a:r>
              <a:rPr lang="en-US" sz="1600" b="1" dirty="0" err="1" smtClean="0">
                <a:solidFill>
                  <a:schemeClr val="accent1"/>
                </a:solidFill>
              </a:rPr>
              <a:t>href</a:t>
            </a:r>
            <a:r>
              <a:rPr lang="en-US" sz="1600" b="1" dirty="0" smtClean="0">
                <a:solidFill>
                  <a:schemeClr val="accent1"/>
                </a:solidFill>
              </a:rPr>
              <a:t>="</a:t>
            </a:r>
            <a:r>
              <a:rPr lang="en-US" sz="1600" b="1" dirty="0" smtClean="0">
                <a:solidFill>
                  <a:schemeClr val="accent1"/>
                </a:solidFill>
                <a:hlinkClick r:id="rId5"/>
              </a:rPr>
              <a:t>http</a:t>
            </a:r>
            <a:r>
              <a:rPr lang="en-US" sz="1600" b="1" dirty="0" smtClean="0">
                <a:solidFill>
                  <a:srgbClr val="0070C0"/>
                </a:solidFill>
                <a:hlinkClick r:id="rId5"/>
              </a:rPr>
              <a:t>://nverner.am</a:t>
            </a:r>
            <a:r>
              <a:rPr lang="en-US" sz="1600" b="1" dirty="0" smtClean="0">
                <a:solidFill>
                  <a:schemeClr val="accent1"/>
                </a:solidFill>
              </a:rPr>
              <a:t>"  target</a:t>
            </a:r>
            <a:r>
              <a:rPr lang="en-US" sz="1600" b="1" dirty="0" smtClean="0">
                <a:solidFill>
                  <a:srgbClr val="0070C0"/>
                </a:solidFill>
              </a:rPr>
              <a:t>="</a:t>
            </a:r>
            <a:r>
              <a:rPr lang="en-US" sz="1600" b="1" dirty="0" smtClean="0">
                <a:solidFill>
                  <a:srgbClr val="7030A0"/>
                </a:solidFill>
              </a:rPr>
              <a:t>_blank</a:t>
            </a:r>
            <a:r>
              <a:rPr lang="en-US" sz="1600" b="1" dirty="0" smtClean="0">
                <a:solidFill>
                  <a:srgbClr val="0070C0"/>
                </a:solidFill>
              </a:rPr>
              <a:t>"&gt;</a:t>
            </a:r>
            <a:r>
              <a:rPr lang="en-US" sz="1600" b="1" dirty="0" smtClean="0">
                <a:solidFill>
                  <a:schemeClr val="tx1"/>
                </a:solidFill>
              </a:rPr>
              <a:t>This </a:t>
            </a:r>
            <a:r>
              <a:rPr lang="en-US" sz="1600" b="1" dirty="0">
                <a:solidFill>
                  <a:schemeClr val="tx1"/>
                </a:solidFill>
              </a:rPr>
              <a:t>is a link</a:t>
            </a:r>
            <a:r>
              <a:rPr lang="en-US" sz="1600" b="1" dirty="0">
                <a:solidFill>
                  <a:srgbClr val="0070C0"/>
                </a:solidFill>
              </a:rPr>
              <a:t>&lt;/a&gt;</a:t>
            </a:r>
            <a:endParaRPr lang="en-US" sz="1600" b="1" dirty="0" smtClean="0">
              <a:solidFill>
                <a:srgbClr val="0070C0"/>
              </a:solidFill>
            </a:endParaRPr>
          </a:p>
          <a:p>
            <a:r>
              <a:rPr lang="en-US" sz="1600" b="1" dirty="0">
                <a:solidFill>
                  <a:srgbClr val="0070C0"/>
                </a:solidFill>
              </a:rPr>
              <a:t> </a:t>
            </a:r>
            <a:r>
              <a:rPr lang="en-US" sz="1600" b="1" dirty="0" smtClean="0">
                <a:solidFill>
                  <a:srgbClr val="0070C0"/>
                </a:solidFill>
              </a:rPr>
              <a:t>         &lt;/body&gt;</a:t>
            </a:r>
          </a:p>
          <a:p>
            <a:r>
              <a:rPr lang="en-US" sz="1600" b="1" dirty="0" smtClean="0">
                <a:solidFill>
                  <a:srgbClr val="0070C0"/>
                </a:solidFill>
              </a:rPr>
              <a:t>&lt;/html&gt;</a:t>
            </a:r>
            <a:endParaRPr lang="en-US" sz="1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83568" y="188640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Task1: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7170" name="Picture 2" descr="C:\Users\Araik\Desktop\Untitled.png"/>
          <p:cNvPicPr>
            <a:picLocks noChangeAspect="1" noChangeArrowheads="1"/>
          </p:cNvPicPr>
          <p:nvPr/>
        </p:nvPicPr>
        <p:blipFill>
          <a:blip r:embed="rId2" cstate="print"/>
          <a:srcRect t="11631" b="30216"/>
          <a:stretch>
            <a:fillRect/>
          </a:stretch>
        </p:blipFill>
        <p:spPr bwMode="auto">
          <a:xfrm>
            <a:off x="323528" y="1196752"/>
            <a:ext cx="7659688" cy="3600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260648"/>
            <a:ext cx="2448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Task2: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195" name="Picture 3" descr="D:\My Documents\Anna\0anna zibil\Css optimum\tasks\04\02\4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24744"/>
            <a:ext cx="6835975" cy="50051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1848</TotalTime>
  <Words>499</Words>
  <Application>Microsoft Office PowerPoint</Application>
  <PresentationFormat>Экран (4:3)</PresentationFormat>
  <Paragraphs>80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95</cp:revision>
  <dcterms:created xsi:type="dcterms:W3CDTF">2013-08-16T08:22:25Z</dcterms:created>
  <dcterms:modified xsi:type="dcterms:W3CDTF">2016-07-01T14:49:31Z</dcterms:modified>
</cp:coreProperties>
</file>