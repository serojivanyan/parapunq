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44" r:id="rId1"/>
  </p:sldMasterIdLst>
  <p:notesMasterIdLst>
    <p:notesMasterId r:id="rId12"/>
  </p:notesMasterIdLst>
  <p:sldIdLst>
    <p:sldId id="257" r:id="rId2"/>
    <p:sldId id="287" r:id="rId3"/>
    <p:sldId id="276" r:id="rId4"/>
    <p:sldId id="288" r:id="rId5"/>
    <p:sldId id="275" r:id="rId6"/>
    <p:sldId id="258" r:id="rId7"/>
    <p:sldId id="286" r:id="rId8"/>
    <p:sldId id="290" r:id="rId9"/>
    <p:sldId id="283" r:id="rId10"/>
    <p:sldId id="28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44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1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Media Types</a:t>
            </a:r>
            <a:endParaRPr lang="en-US" sz="4800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5576" y="1124744"/>
            <a:ext cx="676875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With media types a page can have one layout for screen, one for print, one for handheld devices, etc.</a:t>
            </a:r>
            <a:endParaRPr 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7544" y="1988840"/>
          <a:ext cx="8280920" cy="406400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656184"/>
                <a:gridCol w="6624736"/>
              </a:tblGrid>
              <a:tr h="2876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Media Type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4801" marR="24801" marT="24801" marB="24801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4801" marR="24801" marT="24801" marB="24801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all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Used for all media type devices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aural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Used for speech and sound synthesizers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braille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Used for braille tactile feedback devices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embossed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Used for paged braille printers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handheld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/>
                        <a:t>Used for small or handheld devices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print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Used for printers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projection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/>
                        <a:t>Used for projected presentations, like slides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screen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Used for computer screens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591909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B050"/>
                          </a:solidFill>
                        </a:rPr>
                        <a:t>tty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Used for media using a fixed-pitch character grid, like teletypes and terminals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B050"/>
                          </a:solidFill>
                        </a:rPr>
                        <a:t>tv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1334" marR="41334" marT="57868" marB="5786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/>
                        <a:t>Used for television-type devices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41334" marR="41334" marT="57868" marB="57868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Media Types</a:t>
            </a:r>
            <a:endParaRPr lang="en-US" sz="4800" dirty="0" smtClean="0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9552" y="1196752"/>
            <a:ext cx="67687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media Attribute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228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844824"/>
            <a:ext cx="7326313" cy="27622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19672" y="2564904"/>
          <a:ext cx="6984776" cy="356800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36649"/>
                <a:gridCol w="5448127"/>
              </a:tblGrid>
              <a:tr h="7062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Value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6089" marR="6089" marT="6089" marB="6089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6089" marR="6089" marT="6089" marB="6089"/>
                </a:tc>
              </a:tr>
              <a:tr h="320671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width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10148" marR="10148" marT="14207" marB="1420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/>
                        <a:t>Specifies the width of the targeted display area</a:t>
                      </a:r>
                      <a:r>
                        <a:rPr lang="en-US" sz="1400" b="1" dirty="0" smtClean="0"/>
                        <a:t>.</a:t>
                      </a:r>
                      <a:br>
                        <a:rPr lang="en-US" sz="1400" b="1" dirty="0" smtClean="0"/>
                      </a:br>
                      <a:r>
                        <a:rPr lang="en-US" sz="1400" b="1" dirty="0" smtClean="0"/>
                        <a:t>"</a:t>
                      </a:r>
                      <a:r>
                        <a:rPr lang="en-US" sz="1400" b="1" dirty="0"/>
                        <a:t>min-" and "max-" prefixes can be used.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Example: media="screen and (min-width:500px)"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0148" marR="10148" marT="14207" marB="14207"/>
                </a:tc>
              </a:tr>
              <a:tr h="320671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height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10148" marR="10148" marT="14207" marB="1420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/>
                        <a:t>Specifies the height of the  targeted display area.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"min-" and "max-" prefixes can be used.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Example: media="screen and (max-height:700px)"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0148" marR="10148" marT="14207" marB="14207"/>
                </a:tc>
              </a:tr>
              <a:tr h="320671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device-width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10148" marR="10148" marT="14207" marB="1420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/>
                        <a:t>Specifies the width of the target display/paper.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"min-" and "max-" prefixes can be used.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Example: media="screen and (device-width:500px)"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0148" marR="10148" marT="14207" marB="14207"/>
                </a:tc>
              </a:tr>
              <a:tr h="320671">
                <a:tc>
                  <a:txBody>
                    <a:bodyPr/>
                    <a:lstStyle/>
                    <a:p>
                      <a:pPr fontAlgn="t"/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device-height</a:t>
                      </a:r>
                      <a:endParaRPr lang="en-US" sz="14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10148" marR="10148" marT="14207" marB="1420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/>
                        <a:t>Specifies the height of the target display/paper.</a:t>
                      </a:r>
                      <a:br>
                        <a:rPr lang="en-US" sz="1400" b="1"/>
                      </a:br>
                      <a:r>
                        <a:rPr lang="en-US" sz="1400" b="1"/>
                        <a:t>"min-" and "max-" prefixes can be used.</a:t>
                      </a:r>
                      <a:br>
                        <a:rPr lang="en-US" sz="1400" b="1"/>
                      </a:br>
                      <a:r>
                        <a:rPr lang="en-US" sz="1400" b="1"/>
                        <a:t>Example: media="screen and (device-height:500px)"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0148" marR="10148" marT="14207" marB="14207"/>
                </a:tc>
              </a:tr>
              <a:tr h="320671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orientation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10148" marR="10148" marT="14207" marB="1420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/>
                        <a:t>Specifies the orientation of the target display/paper.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Possible values: "portrait" or "landscape"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Example: media="all and (orientation: landscape)"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0148" marR="10148" marT="14207" marB="14207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Responsive Design</a:t>
            </a:r>
            <a:endParaRPr lang="en-US" sz="4800" dirty="0" smtClean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4100" name="Picture 4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916832"/>
            <a:ext cx="7212013" cy="316230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Media Types</a:t>
            </a:r>
            <a:endParaRPr lang="en-US" sz="4800" dirty="0" smtClean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5576" y="1124744"/>
            <a:ext cx="67687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@media Rules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331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772816"/>
            <a:ext cx="5328592" cy="2466274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3315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r="7836" b="9643"/>
          <a:stretch>
            <a:fillRect/>
          </a:stretch>
        </p:blipFill>
        <p:spPr bwMode="auto">
          <a:xfrm>
            <a:off x="4283968" y="4725144"/>
            <a:ext cx="3520231" cy="1454497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14612" y="571480"/>
            <a:ext cx="264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Min-width:1200px</a:t>
            </a:r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:\Users\Comp\Desktop\10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142984"/>
            <a:ext cx="5371198" cy="53054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4612" y="571480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Max-width:1200px and Min-width:1024px</a:t>
            </a:r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7" name="Picture 2" descr="C:\Users\Comp\Desktop\10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142984"/>
            <a:ext cx="5371198" cy="53054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4612" y="571480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Max-width:1024px and Min-width:768px</a:t>
            </a:r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7" name="Picture 2" descr="C:\Users\Comp\Desktop\10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142984"/>
            <a:ext cx="5371198" cy="53054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970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14612" y="571480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Max-width:768px and Min-width:640px</a:t>
            </a:r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9" name="Picture 2" descr="C:\Users\Comp\Desktop\10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142984"/>
            <a:ext cx="5371198" cy="53054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4612" y="571480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Max-width:640px</a:t>
            </a:r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051" name="Picture 3" descr="C:\Users\Comp\Desktop\fs.png"/>
          <p:cNvPicPr>
            <a:picLocks noChangeAspect="1" noChangeArrowheads="1"/>
          </p:cNvPicPr>
          <p:nvPr/>
        </p:nvPicPr>
        <p:blipFill>
          <a:blip r:embed="rId2"/>
          <a:srcRect b="7191"/>
          <a:stretch>
            <a:fillRect/>
          </a:stretch>
        </p:blipFill>
        <p:spPr bwMode="auto">
          <a:xfrm>
            <a:off x="5000628" y="428604"/>
            <a:ext cx="3256772" cy="27860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  <p:pic>
        <p:nvPicPr>
          <p:cNvPr id="2052" name="Picture 4" descr="C:\Users\Comp\Desktop\f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3429000"/>
            <a:ext cx="3214710" cy="30932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  <p:pic>
        <p:nvPicPr>
          <p:cNvPr id="2053" name="Picture 5" descr="C:\Users\Comp\Desktop\fs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1643050"/>
            <a:ext cx="3682331" cy="40417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3826</TotalTime>
  <Words>183</Words>
  <Application>Microsoft Office PowerPoint</Application>
  <PresentationFormat>Экран (4:3)</PresentationFormat>
  <Paragraphs>57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276</cp:revision>
  <dcterms:created xsi:type="dcterms:W3CDTF">2013-08-16T08:22:25Z</dcterms:created>
  <dcterms:modified xsi:type="dcterms:W3CDTF">2016-11-28T12:49:31Z</dcterms:modified>
</cp:coreProperties>
</file>