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44" r:id="rId1"/>
  </p:sldMasterIdLst>
  <p:notesMasterIdLst>
    <p:notesMasterId r:id="rId8"/>
  </p:notesMasterIdLst>
  <p:sldIdLst>
    <p:sldId id="257" r:id="rId2"/>
    <p:sldId id="287" r:id="rId3"/>
    <p:sldId id="275" r:id="rId4"/>
    <p:sldId id="276" r:id="rId5"/>
    <p:sldId id="288" r:id="rId6"/>
    <p:sldId id="25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1</a:t>
            </a:r>
            <a: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4</a:t>
            </a: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Transforms</a:t>
            </a:r>
            <a:endParaRPr lang="en-US" sz="4800" dirty="0" smtClean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2910" y="1285860"/>
            <a:ext cx="77867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A transform is an effect that lets an element change shape, size and position.</a:t>
            </a:r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47864" y="2615453"/>
            <a:ext cx="5544616" cy="2371066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0" name="Rectangle 9"/>
          <p:cNvSpPr/>
          <p:nvPr/>
        </p:nvSpPr>
        <p:spPr>
          <a:xfrm>
            <a:off x="1214414" y="3786190"/>
            <a:ext cx="1571636" cy="1200329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translate()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rotate()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scale()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skew()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662" y="2571744"/>
            <a:ext cx="214314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2D  transforms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1857356" y="3000372"/>
            <a:ext cx="214314" cy="642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Transforms</a:t>
            </a:r>
            <a:endParaRPr lang="en-US" sz="4800" dirty="0" smtClean="0"/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28992" y="1214422"/>
            <a:ext cx="55721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With the translate() method, the element moves from its current position, depending on the parameters given for the left (X-axis) and the top (Y-axis) position: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7158" y="1353909"/>
            <a:ext cx="292895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2D </a:t>
            </a:r>
            <a:r>
              <a:rPr lang="en-US" b="1" dirty="0" err="1" smtClean="0">
                <a:solidFill>
                  <a:schemeClr val="accent2"/>
                </a:solidFill>
              </a:rPr>
              <a:t>transforms:translate</a:t>
            </a:r>
            <a:r>
              <a:rPr lang="en-US" b="1" dirty="0" smtClean="0">
                <a:solidFill>
                  <a:schemeClr val="accent2"/>
                </a:solidFill>
              </a:rPr>
              <a:t>()</a:t>
            </a:r>
          </a:p>
        </p:txBody>
      </p:sp>
      <p:pic>
        <p:nvPicPr>
          <p:cNvPr id="21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786058"/>
            <a:ext cx="4717802" cy="642942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2" name="Picture 3" descr="C:\Users\Comp\Desktop\Untitle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3786190"/>
            <a:ext cx="5857916" cy="2533951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3074" name="Picture 2" descr="C:\Users\Comp\Desktop\Untitled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29388" y="2428868"/>
            <a:ext cx="1418665" cy="103981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Transforms</a:t>
            </a:r>
            <a:endParaRPr lang="en-US" sz="4800" dirty="0" smtClean="0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28992" y="1214422"/>
            <a:ext cx="55721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With the rotate() method, the element rotates clockwise at a given degree. Negative values are allowed and rotates the element counter-clockwise.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7158" y="1353909"/>
            <a:ext cx="292895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2D </a:t>
            </a:r>
            <a:r>
              <a:rPr lang="en-US" b="1" dirty="0" err="1" smtClean="0">
                <a:solidFill>
                  <a:schemeClr val="accent2"/>
                </a:solidFill>
              </a:rPr>
              <a:t>transforms:rotate</a:t>
            </a:r>
            <a:r>
              <a:rPr lang="en-US" b="1" dirty="0" smtClean="0">
                <a:solidFill>
                  <a:schemeClr val="accent2"/>
                </a:solidFill>
              </a:rPr>
              <a:t>()</a:t>
            </a:r>
          </a:p>
        </p:txBody>
      </p:sp>
      <p:pic>
        <p:nvPicPr>
          <p:cNvPr id="2052" name="Picture 4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928934"/>
            <a:ext cx="5505450" cy="294322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053" name="Picture 5" descr="C:\Users\Comp\Desktop\Untitle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6578" y="2285992"/>
            <a:ext cx="1552575" cy="1285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Transforms</a:t>
            </a:r>
            <a:endParaRPr lang="en-US" sz="4800" dirty="0" smtClean="0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28992" y="1214422"/>
            <a:ext cx="55721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With the scale() method, the element increases or decreases the size, depending on the parameters given for the width (X-axis) and the height (Y-axis):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7158" y="1353909"/>
            <a:ext cx="292895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2D </a:t>
            </a:r>
            <a:r>
              <a:rPr lang="en-US" b="1" dirty="0" err="1" smtClean="0">
                <a:solidFill>
                  <a:schemeClr val="accent2"/>
                </a:solidFill>
              </a:rPr>
              <a:t>transforms:scale</a:t>
            </a:r>
            <a:r>
              <a:rPr lang="en-US" b="1" dirty="0" smtClean="0">
                <a:solidFill>
                  <a:schemeClr val="accent2"/>
                </a:solidFill>
              </a:rPr>
              <a:t>()</a:t>
            </a:r>
          </a:p>
        </p:txBody>
      </p:sp>
      <p:pic>
        <p:nvPicPr>
          <p:cNvPr id="4098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928934"/>
            <a:ext cx="5229226" cy="323850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4099" name="Picture 3" descr="C:\Users\Comp\Desktop\Untitle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2786058"/>
            <a:ext cx="1390650" cy="13620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Transforms</a:t>
            </a:r>
            <a:endParaRPr lang="en-US" sz="4800" dirty="0" smtClean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28992" y="1214422"/>
            <a:ext cx="55721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With the skew() method, the element turns in a given angle, depending on the parameters given for the horizontal (X-axis) and the vertical (Y-axis) lines: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7158" y="1353909"/>
            <a:ext cx="292895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2D </a:t>
            </a:r>
            <a:r>
              <a:rPr lang="en-US" b="1" dirty="0" err="1" smtClean="0">
                <a:solidFill>
                  <a:schemeClr val="accent2"/>
                </a:solidFill>
              </a:rPr>
              <a:t>transforms:skew</a:t>
            </a:r>
            <a:r>
              <a:rPr lang="en-US" b="1" dirty="0" smtClean="0">
                <a:solidFill>
                  <a:schemeClr val="accent2"/>
                </a:solidFill>
              </a:rPr>
              <a:t>()</a:t>
            </a:r>
          </a:p>
        </p:txBody>
      </p:sp>
      <p:pic>
        <p:nvPicPr>
          <p:cNvPr id="5122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928934"/>
            <a:ext cx="6040438" cy="302895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5123" name="Picture 3" descr="C:\Users\Comp\Desktop\Untitle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00850" y="2947988"/>
            <a:ext cx="1800225" cy="12001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4026</TotalTime>
  <Words>174</Words>
  <Application>Microsoft Office PowerPoint</Application>
  <PresentationFormat>Экран (4:3)</PresentationFormat>
  <Paragraphs>26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305</cp:revision>
  <dcterms:created xsi:type="dcterms:W3CDTF">2013-08-16T08:22:25Z</dcterms:created>
  <dcterms:modified xsi:type="dcterms:W3CDTF">2016-11-02T12:22:01Z</dcterms:modified>
</cp:coreProperties>
</file>