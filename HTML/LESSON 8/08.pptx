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3"/>
  </p:notesMasterIdLst>
  <p:sldIdLst>
    <p:sldId id="283" r:id="rId2"/>
    <p:sldId id="279" r:id="rId3"/>
    <p:sldId id="277" r:id="rId4"/>
    <p:sldId id="278" r:id="rId5"/>
    <p:sldId id="261" r:id="rId6"/>
    <p:sldId id="272" r:id="rId7"/>
    <p:sldId id="274" r:id="rId8"/>
    <p:sldId id="273" r:id="rId9"/>
    <p:sldId id="270" r:id="rId10"/>
    <p:sldId id="282" r:id="rId11"/>
    <p:sldId id="280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717" autoAdjust="0"/>
  </p:normalViewPr>
  <p:slideViewPr>
    <p:cSldViewPr>
      <p:cViewPr varScale="1"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A533B-BB62-4DA6-BFAC-31FCF3044E77}" type="datetimeFigureOut">
              <a:rPr lang="en-US" smtClean="0"/>
              <a:pPr/>
              <a:t>11/14/2016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AA493-8083-4A0A-9DB8-8876B53838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308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11/14/2016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11/14/2016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11/14/2016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B6477-8826-47CB-B9F3-3F88F5668FA1}" type="datetimeFigureOut">
              <a:rPr lang="en-US" smtClean="0"/>
              <a:pPr/>
              <a:t>11/14/2016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5536" y="1484784"/>
            <a:ext cx="460851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2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</a:p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 </a:t>
            </a:r>
            <a:r>
              <a:rPr lang="en-US" sz="2800" b="1" dirty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8</a:t>
            </a:r>
          </a:p>
        </p:txBody>
      </p:sp>
      <p:pic>
        <p:nvPicPr>
          <p:cNvPr id="6148" name="Picture 4" descr="C:\Users\Araik\Desktop\images (1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064" y="476672"/>
            <a:ext cx="3631034" cy="36310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5975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endParaRPr lang="en-US" sz="4800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857224" y="1500174"/>
            <a:ext cx="48577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HTML Basic Document</a:t>
            </a:r>
          </a:p>
        </p:txBody>
      </p:sp>
      <p:pic>
        <p:nvPicPr>
          <p:cNvPr id="2" name="Picture 2" descr="C:\Users\Comp\Desktop\Untitl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2285992"/>
            <a:ext cx="6768528" cy="3500462"/>
          </a:xfrm>
          <a:prstGeom prst="rect">
            <a:avLst/>
          </a:prstGeom>
          <a:noFill/>
          <a:ln>
            <a:solidFill>
              <a:srgbClr val="C00000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endParaRPr lang="en-US" sz="4800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857224" y="1357298"/>
            <a:ext cx="3286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HTML Basic Tags</a:t>
            </a:r>
          </a:p>
        </p:txBody>
      </p:sp>
      <p:pic>
        <p:nvPicPr>
          <p:cNvPr id="2050" name="Picture 2" descr="C:\Users\Comp\Desktop\Untitl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2071678"/>
            <a:ext cx="5367347" cy="3829897"/>
          </a:xfrm>
          <a:prstGeom prst="rect">
            <a:avLst/>
          </a:prstGeom>
          <a:noFill/>
          <a:ln>
            <a:solidFill>
              <a:schemeClr val="accent2"/>
            </a:solidFill>
          </a:ln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endParaRPr lang="en-US" sz="4800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57224" y="1142984"/>
            <a:ext cx="3286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Formatting</a:t>
            </a:r>
          </a:p>
        </p:txBody>
      </p:sp>
      <p:pic>
        <p:nvPicPr>
          <p:cNvPr id="3074" name="Picture 2" descr="C:\Users\Comp\Desktop\Untitl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1785926"/>
            <a:ext cx="6357982" cy="4456021"/>
          </a:xfrm>
          <a:prstGeom prst="rect">
            <a:avLst/>
          </a:prstGeom>
          <a:noFill/>
          <a:ln>
            <a:solidFill>
              <a:schemeClr val="accent2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endParaRPr lang="en-US" sz="4800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857224" y="1285860"/>
            <a:ext cx="3286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Links</a:t>
            </a:r>
          </a:p>
        </p:txBody>
      </p:sp>
      <p:pic>
        <p:nvPicPr>
          <p:cNvPr id="4099" name="Picture 3" descr="C:\Users\Comp\Desktop\Untitl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2285992"/>
            <a:ext cx="8320066" cy="2614615"/>
          </a:xfrm>
          <a:prstGeom prst="rect">
            <a:avLst/>
          </a:prstGeom>
          <a:noFill/>
          <a:ln>
            <a:solidFill>
              <a:schemeClr val="accent2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endParaRPr lang="en-US" sz="48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642910" y="1214422"/>
            <a:ext cx="3286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Images</a:t>
            </a:r>
          </a:p>
        </p:txBody>
      </p:sp>
      <p:pic>
        <p:nvPicPr>
          <p:cNvPr id="5122" name="Picture 2" descr="C:\Users\Comp\Desktop\Untitl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1857364"/>
            <a:ext cx="7929618" cy="525084"/>
          </a:xfrm>
          <a:prstGeom prst="rect">
            <a:avLst/>
          </a:prstGeom>
          <a:noFill/>
          <a:ln>
            <a:solidFill>
              <a:schemeClr val="accent2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3" name="TextBox 12"/>
          <p:cNvSpPr txBox="1"/>
          <p:nvPr/>
        </p:nvSpPr>
        <p:spPr>
          <a:xfrm>
            <a:off x="571472" y="2714620"/>
            <a:ext cx="3286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Sections</a:t>
            </a:r>
          </a:p>
        </p:txBody>
      </p:sp>
      <p:pic>
        <p:nvPicPr>
          <p:cNvPr id="5123" name="Picture 3" descr="C:\Users\Comp\Desktop\Untitled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158" y="3500438"/>
            <a:ext cx="7411462" cy="890583"/>
          </a:xfrm>
          <a:prstGeom prst="rect">
            <a:avLst/>
          </a:prstGeom>
          <a:noFill/>
          <a:ln>
            <a:solidFill>
              <a:schemeClr val="accent2"/>
            </a:solidFill>
          </a:ln>
          <a:effectLst>
            <a:glow rad="1016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endParaRPr lang="en-US" sz="4800" dirty="0" smtClean="0"/>
          </a:p>
        </p:txBody>
      </p:sp>
      <p:sp>
        <p:nvSpPr>
          <p:cNvPr id="10" name="TextBox 9"/>
          <p:cNvSpPr txBox="1"/>
          <p:nvPr/>
        </p:nvSpPr>
        <p:spPr>
          <a:xfrm>
            <a:off x="642910" y="1214422"/>
            <a:ext cx="3286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Unordered List</a:t>
            </a:r>
          </a:p>
        </p:txBody>
      </p:sp>
      <p:pic>
        <p:nvPicPr>
          <p:cNvPr id="6146" name="Picture 2" descr="C:\Users\Comp\Desktop\Untitled.png"/>
          <p:cNvPicPr>
            <a:picLocks noChangeAspect="1" noChangeArrowheads="1"/>
          </p:cNvPicPr>
          <p:nvPr/>
        </p:nvPicPr>
        <p:blipFill>
          <a:blip r:embed="rId2"/>
          <a:srcRect b="22146"/>
          <a:stretch>
            <a:fillRect/>
          </a:stretch>
        </p:blipFill>
        <p:spPr bwMode="auto">
          <a:xfrm>
            <a:off x="500034" y="2071678"/>
            <a:ext cx="3500462" cy="1357322"/>
          </a:xfrm>
          <a:prstGeom prst="rect">
            <a:avLst/>
          </a:prstGeom>
          <a:noFill/>
          <a:ln>
            <a:solidFill>
              <a:schemeClr val="accent2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5" name="TextBox 14"/>
          <p:cNvSpPr txBox="1"/>
          <p:nvPr/>
        </p:nvSpPr>
        <p:spPr>
          <a:xfrm>
            <a:off x="4786314" y="1214422"/>
            <a:ext cx="3286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Ordered List</a:t>
            </a:r>
          </a:p>
        </p:txBody>
      </p:sp>
      <p:pic>
        <p:nvPicPr>
          <p:cNvPr id="6147" name="Picture 3" descr="C:\Users\Comp\Desktop\Untitled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2042833"/>
            <a:ext cx="3429024" cy="1384549"/>
          </a:xfrm>
          <a:prstGeom prst="rect">
            <a:avLst/>
          </a:prstGeom>
          <a:noFill/>
          <a:ln>
            <a:solidFill>
              <a:schemeClr val="accent2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  <p:sp>
        <p:nvSpPr>
          <p:cNvPr id="16" name="TextBox 15"/>
          <p:cNvSpPr txBox="1"/>
          <p:nvPr/>
        </p:nvSpPr>
        <p:spPr>
          <a:xfrm>
            <a:off x="2285984" y="3714752"/>
            <a:ext cx="3286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Definition List</a:t>
            </a:r>
          </a:p>
        </p:txBody>
      </p:sp>
      <p:pic>
        <p:nvPicPr>
          <p:cNvPr id="6149" name="Picture 5" descr="C:\Users\Comp\Desktop\Untitled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873250" y="4384675"/>
            <a:ext cx="4127510" cy="1926964"/>
          </a:xfrm>
          <a:prstGeom prst="rect">
            <a:avLst/>
          </a:prstGeom>
          <a:noFill/>
          <a:ln>
            <a:solidFill>
              <a:schemeClr val="accent2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endParaRPr lang="en-US" sz="4800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642910" y="1214422"/>
            <a:ext cx="3286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Tables</a:t>
            </a:r>
          </a:p>
        </p:txBody>
      </p:sp>
      <p:pic>
        <p:nvPicPr>
          <p:cNvPr id="7170" name="Picture 2" descr="C:\Users\Comp\Desktop\Untitl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73137" y="1859878"/>
            <a:ext cx="4598995" cy="3507461"/>
          </a:xfrm>
          <a:prstGeom prst="rect">
            <a:avLst/>
          </a:prstGeom>
          <a:noFill/>
          <a:ln>
            <a:solidFill>
              <a:schemeClr val="accent2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endParaRPr lang="en-US" sz="4800" dirty="0" smtClean="0"/>
          </a:p>
        </p:txBody>
      </p:sp>
      <p:sp>
        <p:nvSpPr>
          <p:cNvPr id="14" name="TextBox 13"/>
          <p:cNvSpPr txBox="1"/>
          <p:nvPr/>
        </p:nvSpPr>
        <p:spPr>
          <a:xfrm>
            <a:off x="642910" y="1214422"/>
            <a:ext cx="3286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 smtClean="0">
                <a:solidFill>
                  <a:srgbClr val="C00000"/>
                </a:solidFill>
              </a:rPr>
              <a:t>Iframe</a:t>
            </a:r>
            <a:endParaRPr lang="en-US" sz="2800" b="1" dirty="0" smtClean="0">
              <a:solidFill>
                <a:srgbClr val="C00000"/>
              </a:solidFill>
            </a:endParaRPr>
          </a:p>
        </p:txBody>
      </p:sp>
      <p:pic>
        <p:nvPicPr>
          <p:cNvPr id="8194" name="Picture 2" descr="C:\Users\Comp\Desktop\Untitled.png"/>
          <p:cNvPicPr>
            <a:picLocks noChangeAspect="1" noChangeArrowheads="1"/>
          </p:cNvPicPr>
          <p:nvPr/>
        </p:nvPicPr>
        <p:blipFill>
          <a:blip r:embed="rId2"/>
          <a:srcRect b="20920"/>
          <a:stretch>
            <a:fillRect/>
          </a:stretch>
        </p:blipFill>
        <p:spPr bwMode="auto">
          <a:xfrm>
            <a:off x="428596" y="1857364"/>
            <a:ext cx="6786610" cy="498082"/>
          </a:xfrm>
          <a:prstGeom prst="rect">
            <a:avLst/>
          </a:prstGeom>
          <a:noFill/>
          <a:ln>
            <a:solidFill>
              <a:schemeClr val="accent2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endParaRPr lang="en-US" sz="48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642910" y="1214422"/>
            <a:ext cx="3286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Forms</a:t>
            </a:r>
          </a:p>
        </p:txBody>
      </p:sp>
      <p:pic>
        <p:nvPicPr>
          <p:cNvPr id="10" name="Picture 2" descr="C:\Users\Comp\Desktop\Untitled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4348" y="1857364"/>
            <a:ext cx="7220758" cy="4105280"/>
          </a:xfrm>
          <a:prstGeom prst="rect">
            <a:avLst/>
          </a:prstGeom>
          <a:noFill/>
          <a:ln>
            <a:solidFill>
              <a:schemeClr val="accent2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endParaRPr lang="en-US" sz="4800" dirty="0" smtClean="0"/>
          </a:p>
        </p:txBody>
      </p:sp>
      <p:sp>
        <p:nvSpPr>
          <p:cNvPr id="9" name="TextBox 8"/>
          <p:cNvSpPr txBox="1"/>
          <p:nvPr/>
        </p:nvSpPr>
        <p:spPr>
          <a:xfrm>
            <a:off x="642910" y="1214422"/>
            <a:ext cx="32861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>
                <a:solidFill>
                  <a:srgbClr val="C00000"/>
                </a:solidFill>
              </a:rPr>
              <a:t>Entities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472" y="1928802"/>
            <a:ext cx="3500462" cy="923330"/>
          </a:xfrm>
          <a:prstGeom prst="rect">
            <a:avLst/>
          </a:prstGeom>
          <a:ln>
            <a:solidFill>
              <a:schemeClr val="accent2"/>
            </a:solidFill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00000"/>
                </a:solidFill>
              </a:rPr>
              <a:t>&amp;</a:t>
            </a:r>
            <a:r>
              <a:rPr lang="en-US" dirty="0" err="1" smtClean="0">
                <a:solidFill>
                  <a:srgbClr val="C00000"/>
                </a:solidFill>
              </a:rPr>
              <a:t>lt</a:t>
            </a:r>
            <a:r>
              <a:rPr lang="en-US" dirty="0" smtClean="0">
                <a:solidFill>
                  <a:srgbClr val="C00000"/>
                </a:solidFill>
              </a:rPr>
              <a:t>;  </a:t>
            </a:r>
            <a:r>
              <a:rPr lang="en-US" dirty="0" smtClean="0"/>
              <a:t>is the same as &lt;</a:t>
            </a:r>
            <a:br>
              <a:rPr lang="en-US" dirty="0" smtClean="0"/>
            </a:br>
            <a:r>
              <a:rPr lang="en-US" dirty="0" smtClean="0">
                <a:solidFill>
                  <a:srgbClr val="C00000"/>
                </a:solidFill>
              </a:rPr>
              <a:t>&amp;</a:t>
            </a:r>
            <a:r>
              <a:rPr lang="en-US" dirty="0" err="1" smtClean="0">
                <a:solidFill>
                  <a:srgbClr val="C00000"/>
                </a:solidFill>
              </a:rPr>
              <a:t>gt</a:t>
            </a:r>
            <a:r>
              <a:rPr lang="en-US" dirty="0" smtClean="0">
                <a:solidFill>
                  <a:srgbClr val="C00000"/>
                </a:solidFill>
              </a:rPr>
              <a:t>;  </a:t>
            </a:r>
            <a:r>
              <a:rPr lang="en-US" dirty="0" smtClean="0"/>
              <a:t>is the same as &gt;</a:t>
            </a:r>
            <a:br>
              <a:rPr lang="en-US" dirty="0" smtClean="0"/>
            </a:br>
            <a:r>
              <a:rPr lang="en-US" dirty="0" smtClean="0">
                <a:solidFill>
                  <a:srgbClr val="C00000"/>
                </a:solidFill>
              </a:rPr>
              <a:t>&amp;#169;  </a:t>
            </a:r>
            <a:r>
              <a:rPr lang="en-US" dirty="0" smtClean="0"/>
              <a:t>is the same as ©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2793</TotalTime>
  <Words>41</Words>
  <Application>Microsoft Office PowerPoint</Application>
  <PresentationFormat>Экран (4:3)</PresentationFormat>
  <Paragraphs>26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Equity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Araik</dc:creator>
  <cp:lastModifiedBy>home</cp:lastModifiedBy>
  <cp:revision>208</cp:revision>
  <dcterms:created xsi:type="dcterms:W3CDTF">2013-08-16T08:22:25Z</dcterms:created>
  <dcterms:modified xsi:type="dcterms:W3CDTF">2016-11-14T13:11:59Z</dcterms:modified>
</cp:coreProperties>
</file>