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6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7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4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5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3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6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1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1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91683-551C-42F9-A4AE-D0F8F580A56A}" type="datetimeFigureOut">
              <a:rPr lang="en-US" smtClean="0"/>
              <a:t>14-Jun-17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02B42-31CA-4295-9B33-67192F23C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9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9125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Task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53048"/>
            <a:ext cx="5649532" cy="3760631"/>
          </a:xfrm>
        </p:spPr>
        <p:txBody>
          <a:bodyPr/>
          <a:lstStyle/>
          <a:p>
            <a:r>
              <a:rPr lang="en-US" sz="6000" b="1" dirty="0"/>
              <a:t>My First </a:t>
            </a:r>
            <a:r>
              <a:rPr lang="en-US" sz="6000" b="1" dirty="0" smtClean="0"/>
              <a:t>Heading</a:t>
            </a:r>
          </a:p>
          <a:p>
            <a:pPr algn="l"/>
            <a:r>
              <a:rPr lang="en-US" dirty="0" smtClean="0"/>
              <a:t>  My first paragraph.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524000" y="1944710"/>
            <a:ext cx="9113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04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3949" y="0"/>
            <a:ext cx="9144000" cy="9125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Task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4152" y="1326524"/>
            <a:ext cx="8663189" cy="5087155"/>
          </a:xfrm>
        </p:spPr>
        <p:txBody>
          <a:bodyPr>
            <a:normAutofit/>
          </a:bodyPr>
          <a:lstStyle/>
          <a:p>
            <a:pPr algn="l"/>
            <a:r>
              <a:rPr lang="en-US" sz="6200" b="1" dirty="0"/>
              <a:t>This is heading 1</a:t>
            </a:r>
          </a:p>
          <a:p>
            <a:pPr algn="l"/>
            <a:r>
              <a:rPr lang="en-US" sz="5200" b="1" dirty="0">
                <a:solidFill>
                  <a:srgbClr val="92D050"/>
                </a:solidFill>
              </a:rPr>
              <a:t>This is heading 2</a:t>
            </a:r>
          </a:p>
          <a:p>
            <a:pPr algn="l"/>
            <a:r>
              <a:rPr lang="en-US" sz="4800" b="1" dirty="0"/>
              <a:t>This is heading 3</a:t>
            </a:r>
          </a:p>
          <a:p>
            <a:pPr algn="l"/>
            <a:r>
              <a:rPr lang="en-US" sz="4400" b="1" dirty="0" smtClean="0">
                <a:solidFill>
                  <a:srgbClr val="FF0000"/>
                </a:solidFill>
              </a:rPr>
              <a:t>This is heading 4</a:t>
            </a:r>
            <a:endParaRPr lang="en-US" sz="4400" b="1" dirty="0">
              <a:solidFill>
                <a:srgbClr val="FF0000"/>
              </a:solidFill>
            </a:endParaRPr>
          </a:p>
          <a:p>
            <a:pPr algn="l"/>
            <a:r>
              <a:rPr lang="en-US" sz="4000" b="1" dirty="0"/>
              <a:t>This is heading 5</a:t>
            </a:r>
          </a:p>
          <a:p>
            <a:pPr algn="l"/>
            <a:r>
              <a:rPr lang="en-US" sz="3600" b="1" dirty="0">
                <a:solidFill>
                  <a:srgbClr val="002060"/>
                </a:solidFill>
              </a:rPr>
              <a:t>This is heading 6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14152" y="860985"/>
            <a:ext cx="9113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00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827" y="1"/>
            <a:ext cx="9144000" cy="1512318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Task 3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sz="3100" dirty="0" smtClean="0"/>
              <a:t>It must go to the </a:t>
            </a:r>
            <a:r>
              <a:rPr lang="en-US" sz="3100" dirty="0" err="1" smtClean="0"/>
              <a:t>facebook</a:t>
            </a:r>
            <a:endParaRPr lang="en-US" sz="31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7499" y="2459865"/>
            <a:ext cx="5649532" cy="3760631"/>
          </a:xfrm>
        </p:spPr>
        <p:txBody>
          <a:bodyPr/>
          <a:lstStyle/>
          <a:p>
            <a:r>
              <a:rPr lang="en-US" sz="6000" dirty="0">
                <a:hlinkClick r:id="rId2"/>
              </a:rPr>
              <a:t>This is a link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536878" y="1672353"/>
            <a:ext cx="9113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536878" y="953037"/>
            <a:ext cx="4271494" cy="8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39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639" y="0"/>
            <a:ext cx="9144000" cy="1512318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Task 4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sz="31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405942" y="4295133"/>
            <a:ext cx="9113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405941" y="978795"/>
            <a:ext cx="8843494" cy="8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51396" y="2173415"/>
            <a:ext cx="116897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heading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some text.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51396" y="3109944"/>
            <a:ext cx="11689724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heading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some other text.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68564" y="4272050"/>
            <a:ext cx="11689724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heading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some other text.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405941" y="3133027"/>
            <a:ext cx="9113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405941" y="5383620"/>
            <a:ext cx="9113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3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688" y="0"/>
            <a:ext cx="9144000" cy="1512318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Task 5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sz="3100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405941" y="978795"/>
            <a:ext cx="8843494" cy="8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5688" y="2802557"/>
            <a:ext cx="9144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 Bonnie lies       --------              over the ocean.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 Bonnie lies       --------           over the sea.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 Bonnie lies       --------         over the ocean.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Oh, bring back       --------       my Bonnie to me.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679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688" y="0"/>
            <a:ext cx="9144000" cy="1512318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Task 6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sz="3100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405941" y="978795"/>
            <a:ext cx="8843494" cy="8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53412" y="2257283"/>
            <a:ext cx="107216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This paragraph contains a lot of lines in the </a:t>
            </a:r>
            <a:r>
              <a:rPr lang="en-US" sz="2400" dirty="0" smtClean="0"/>
              <a:t>* source </a:t>
            </a:r>
            <a:r>
              <a:rPr lang="en-US" sz="2400" dirty="0"/>
              <a:t>code, but the browser ignores it.</a:t>
            </a:r>
          </a:p>
          <a:p>
            <a:r>
              <a:rPr lang="en-US" sz="2400" dirty="0"/>
              <a:t>This paragraph contains a lot of spaces in </a:t>
            </a:r>
            <a:r>
              <a:rPr lang="en-US" sz="2400" dirty="0" smtClean="0"/>
              <a:t>* the </a:t>
            </a:r>
            <a:r>
              <a:rPr lang="en-US" sz="2400" dirty="0"/>
              <a:t>source code, but the browser ignores it.</a:t>
            </a:r>
          </a:p>
          <a:p>
            <a:r>
              <a:rPr lang="en-US" sz="2400" dirty="0"/>
              <a:t>The number of lines in a paragraph </a:t>
            </a:r>
            <a:r>
              <a:rPr lang="en-US" sz="2400" dirty="0" smtClean="0"/>
              <a:t>depends * </a:t>
            </a:r>
            <a:r>
              <a:rPr lang="en-US" sz="2400" dirty="0"/>
              <a:t>on the size of the browser window. If you resize the browser window, the </a:t>
            </a:r>
            <a:r>
              <a:rPr lang="en-US" sz="2400" dirty="0" smtClean="0"/>
              <a:t>number * </a:t>
            </a:r>
            <a:r>
              <a:rPr lang="en-US" sz="2400" dirty="0"/>
              <a:t>of lines in this paragraph will change.</a:t>
            </a:r>
          </a:p>
        </p:txBody>
      </p:sp>
    </p:spTree>
    <p:extLst>
      <p:ext uri="{BB962C8B-B14F-4D97-AF65-F5344CB8AC3E}">
        <p14:creationId xmlns:p14="http://schemas.microsoft.com/office/powerpoint/2010/main" val="298311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688" y="0"/>
            <a:ext cx="9144000" cy="1512318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Task 7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sz="3100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405941" y="978795"/>
            <a:ext cx="8843494" cy="8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405941" y="2167947"/>
            <a:ext cx="6096000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r>
              <a:rPr lang="en-US" sz="2400" b="0" i="0" dirty="0" smtClean="0">
                <a:solidFill>
                  <a:srgbClr val="FFFF00"/>
                </a:solidFill>
                <a:effectLst/>
                <a:latin typeface="Times New Roman" panose="02020603050405020304" pitchFamily="18" charset="0"/>
              </a:rPr>
              <a:t>This text is normal.</a:t>
            </a:r>
          </a:p>
          <a:p>
            <a:r>
              <a:rPr lang="en-US" sz="24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This text is strong.</a:t>
            </a:r>
          </a:p>
          <a:p>
            <a:r>
              <a:rPr lang="en-US" sz="2400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This </a:t>
            </a:r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 is italic</a:t>
            </a:r>
            <a:r>
              <a:rPr lang="en-US" sz="2400" i="1" dirty="0" smtClean="0"/>
              <a:t>.</a:t>
            </a:r>
          </a:p>
          <a:p>
            <a:pPr lvl="0"/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 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Formatting</a:t>
            </a:r>
          </a:p>
          <a:p>
            <a:pPr lvl="0"/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55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202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 Unicode MS</vt:lpstr>
      <vt:lpstr>Arial</vt:lpstr>
      <vt:lpstr>Calibri</vt:lpstr>
      <vt:lpstr>Calibri Light</vt:lpstr>
      <vt:lpstr>Times New Roman</vt:lpstr>
      <vt:lpstr>Office Theme</vt:lpstr>
      <vt:lpstr>Task 1</vt:lpstr>
      <vt:lpstr>Task 2</vt:lpstr>
      <vt:lpstr>Task 3 It must go to the facebook</vt:lpstr>
      <vt:lpstr>Task 4 </vt:lpstr>
      <vt:lpstr>Task 5 </vt:lpstr>
      <vt:lpstr>Task 6 </vt:lpstr>
      <vt:lpstr>Task 7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</dc:title>
  <dc:creator>DELL</dc:creator>
  <cp:lastModifiedBy>DELL</cp:lastModifiedBy>
  <cp:revision>6</cp:revision>
  <dcterms:created xsi:type="dcterms:W3CDTF">2017-06-14T06:42:01Z</dcterms:created>
  <dcterms:modified xsi:type="dcterms:W3CDTF">2017-06-14T07:47:15Z</dcterms:modified>
</cp:coreProperties>
</file>